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1" r:id="rId3"/>
  </p:sldMasterIdLst>
  <p:notesMasterIdLst>
    <p:notesMasterId r:id="rId14"/>
  </p:notesMasterIdLst>
  <p:sldIdLst/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hape 44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43" name="Shape 44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 panose="020B0604020202020204"/>
      </a:defRPr>
    </a:lvl1pPr>
    <a:lvl2pPr indent="228600" latinLnBrk="0">
      <a:defRPr sz="1400">
        <a:latin typeface="+mn-lt"/>
        <a:ea typeface="+mn-ea"/>
        <a:cs typeface="+mn-cs"/>
        <a:sym typeface="Arial" panose="020B0604020202020204"/>
      </a:defRPr>
    </a:lvl2pPr>
    <a:lvl3pPr indent="457200" latinLnBrk="0">
      <a:defRPr sz="1400">
        <a:latin typeface="+mn-lt"/>
        <a:ea typeface="+mn-ea"/>
        <a:cs typeface="+mn-cs"/>
        <a:sym typeface="Arial" panose="020B0604020202020204"/>
      </a:defRPr>
    </a:lvl3pPr>
    <a:lvl4pPr indent="685800" latinLnBrk="0">
      <a:defRPr sz="1400">
        <a:latin typeface="+mn-lt"/>
        <a:ea typeface="+mn-ea"/>
        <a:cs typeface="+mn-cs"/>
        <a:sym typeface="Arial" panose="020B0604020202020204"/>
      </a:defRPr>
    </a:lvl4pPr>
    <a:lvl5pPr indent="914400" latinLnBrk="0">
      <a:defRPr sz="1400">
        <a:latin typeface="+mn-lt"/>
        <a:ea typeface="+mn-ea"/>
        <a:cs typeface="+mn-cs"/>
        <a:sym typeface="Arial" panose="020B0604020202020204"/>
      </a:defRPr>
    </a:lvl5pPr>
    <a:lvl6pPr indent="1143000" latinLnBrk="0">
      <a:defRPr sz="1400">
        <a:latin typeface="+mn-lt"/>
        <a:ea typeface="+mn-ea"/>
        <a:cs typeface="+mn-cs"/>
        <a:sym typeface="Arial" panose="020B0604020202020204"/>
      </a:defRPr>
    </a:lvl6pPr>
    <a:lvl7pPr indent="1371600" latinLnBrk="0">
      <a:defRPr sz="1400">
        <a:latin typeface="+mn-lt"/>
        <a:ea typeface="+mn-ea"/>
        <a:cs typeface="+mn-cs"/>
        <a:sym typeface="Arial" panose="020B0604020202020204"/>
      </a:defRPr>
    </a:lvl7pPr>
    <a:lvl8pPr indent="1600200" latinLnBrk="0">
      <a:defRPr sz="1400">
        <a:latin typeface="+mn-lt"/>
        <a:ea typeface="+mn-ea"/>
        <a:cs typeface="+mn-cs"/>
        <a:sym typeface="Arial" panose="020B0604020202020204"/>
      </a:defRPr>
    </a:lvl8pPr>
    <a:lvl9pPr indent="1828800" latinLnBrk="0">
      <a:defRPr sz="1400">
        <a:latin typeface="+mn-lt"/>
        <a:ea typeface="+mn-ea"/>
        <a:cs typeface="+mn-cs"/>
        <a:sym typeface="Arial" panose="020B0604020202020204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 hasCustomPrompt="1"/>
          </p:nvPr>
        </p:nvSpPr>
        <p:spPr>
          <a:xfrm>
            <a:off x="311708" y="744573"/>
            <a:ext cx="8520601" cy="2052603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311698" y="2834125"/>
            <a:ext cx="8520603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 hasCustomPrompt="1"/>
          </p:nvPr>
        </p:nvSpPr>
        <p:spPr>
          <a:xfrm>
            <a:off x="311698" y="2150848"/>
            <a:ext cx="8520603" cy="841802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 hasCustomPrompt="1"/>
          </p:nvPr>
        </p:nvSpPr>
        <p:spPr>
          <a:xfrm>
            <a:off x="311698" y="1152475"/>
            <a:ext cx="3999903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4832398" y="1152475"/>
            <a:ext cx="3999903" cy="34164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 hasCustomPrompt="1"/>
          </p:nvPr>
        </p:nvSpPr>
        <p:spPr>
          <a:xfrm>
            <a:off x="311698" y="555600"/>
            <a:ext cx="2808003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 hasCustomPrompt="1"/>
          </p:nvPr>
        </p:nvSpPr>
        <p:spPr>
          <a:xfrm>
            <a:off x="311698" y="1389598"/>
            <a:ext cx="2808003" cy="3179403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 hasCustomPrompt="1"/>
          </p:nvPr>
        </p:nvSpPr>
        <p:spPr>
          <a:xfrm>
            <a:off x="490250" y="450148"/>
            <a:ext cx="6367801" cy="4090803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6"/>
            <a:ext cx="4572000" cy="5143503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/>
        </p:txBody>
      </p:sp>
      <p:sp>
        <p:nvSpPr>
          <p:cNvPr id="73" name="Title Text"/>
          <p:cNvSpPr txBox="1"/>
          <p:nvPr>
            <p:ph type="title" hasCustomPrompt="1"/>
          </p:nvPr>
        </p:nvSpPr>
        <p:spPr>
          <a:xfrm>
            <a:off x="265500" y="1233175"/>
            <a:ext cx="4045200" cy="1482302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 hasCustomPrompt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3"/>
          </a:xfrm>
          <a:prstGeom prst="rect">
            <a:avLst/>
          </a:prstGeom>
        </p:spPr>
        <p:txBody>
          <a:bodyPr anchor="ctr"/>
          <a:lstStyle/>
          <a:p/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 hasCustomPrompt="1"/>
          </p:nvPr>
        </p:nvSpPr>
        <p:spPr>
          <a:xfrm>
            <a:off x="311698" y="4230575"/>
            <a:ext cx="5998804" cy="605102"/>
          </a:xfrm>
          <a:prstGeom prst="rect">
            <a:avLst/>
          </a:prstGeom>
        </p:spPr>
        <p:txBody>
          <a:bodyPr anchor="ctr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11698" y="1106125"/>
            <a:ext cx="8520603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 hasCustomPrompt="1"/>
          </p:nvPr>
        </p:nvSpPr>
        <p:spPr>
          <a:xfrm>
            <a:off x="311698" y="3152225"/>
            <a:ext cx="8520603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58;p14"/>
          <p:cNvSpPr/>
          <p:nvPr/>
        </p:nvSpPr>
        <p:spPr>
          <a:xfrm>
            <a:off x="-20437" y="1710258"/>
            <a:ext cx="9265802" cy="22017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08" name="Title Text"/>
          <p:cNvSpPr txBox="1"/>
          <p:nvPr>
            <p:ph type="title" hasCustomPrompt="1"/>
          </p:nvPr>
        </p:nvSpPr>
        <p:spPr>
          <a:xfrm>
            <a:off x="4316803" y="1797455"/>
            <a:ext cx="4704902" cy="10143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09" name="Body Level One…"/>
          <p:cNvSpPr txBox="1"/>
          <p:nvPr>
            <p:ph type="body" sz="quarter" idx="1" hasCustomPrompt="1"/>
          </p:nvPr>
        </p:nvSpPr>
        <p:spPr>
          <a:xfrm>
            <a:off x="4391025" y="2537460"/>
            <a:ext cx="4556701" cy="12858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pic>
        <p:nvPicPr>
          <p:cNvPr id="110" name="Google Shape;61;p14" descr="Google Shape;61;p14"/>
          <p:cNvPicPr>
            <a:picLocks noChangeAspect="1"/>
          </p:cNvPicPr>
          <p:nvPr/>
        </p:nvPicPr>
        <p:blipFill>
          <a:blip r:embed="rId3"/>
          <a:srcRect l="4387" t="12167" r="4396" b="12167"/>
          <a:stretch>
            <a:fillRect/>
          </a:stretch>
        </p:blipFill>
        <p:spPr>
          <a:xfrm>
            <a:off x="367418" y="1955562"/>
            <a:ext cx="3002391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1" name="Google Shape;62;p14"/>
          <p:cNvSpPr txBox="1"/>
          <p:nvPr>
            <p:ph type="body" sz="quarter" idx="21"/>
          </p:nvPr>
        </p:nvSpPr>
        <p:spPr>
          <a:xfrm>
            <a:off x="2614611" y="4751508"/>
            <a:ext cx="4353003" cy="172802"/>
          </a:xfrm>
          <a:prstGeom prst="rect">
            <a:avLst/>
          </a:prstGeom>
        </p:spPr>
        <p:txBody>
          <a:bodyPr lIns="50800" tIns="50800" rIns="50800" bIns="50800" anchor="b"/>
          <a:lstStyle/>
          <a:p>
            <a:pPr marL="182880" indent="-137160" defTabSz="365760">
              <a:buSzPts val="700"/>
              <a:defRPr sz="720"/>
            </a:pPr>
          </a:p>
        </p:txBody>
      </p:sp>
      <p:pic>
        <p:nvPicPr>
          <p:cNvPr id="112" name="Google Shape;63;p14" descr="Google Shape;63;p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173" y="3396979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3" name="Google Shape;64;p14" descr="Google Shape;64;p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88" y="3439292"/>
            <a:ext cx="982217" cy="2308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4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122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23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4" name="Title Text"/>
          <p:cNvSpPr txBox="1"/>
          <p:nvPr>
            <p:ph type="title" hasCustomPrompt="1"/>
          </p:nvPr>
        </p:nvSpPr>
        <p:spPr>
          <a:xfrm>
            <a:off x="505420" y="86321"/>
            <a:ext cx="8043302" cy="4800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25" name="Body Level One…"/>
          <p:cNvSpPr txBox="1"/>
          <p:nvPr>
            <p:ph type="body" idx="1" hasCustomPrompt="1"/>
          </p:nvPr>
        </p:nvSpPr>
        <p:spPr>
          <a:xfrm>
            <a:off x="486372" y="1076599"/>
            <a:ext cx="8304301" cy="37926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26" name="Google Shape;70;p15"/>
          <p:cNvSpPr txBox="1"/>
          <p:nvPr>
            <p:ph type="body" sz="quarter" idx="21"/>
          </p:nvPr>
        </p:nvSpPr>
        <p:spPr>
          <a:xfrm>
            <a:off x="538945" y="615591"/>
            <a:ext cx="6713700" cy="252002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292735" indent="-219710" defTabSz="585470">
              <a:buSzPts val="1100"/>
              <a:defRPr sz="1150"/>
            </a:pPr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72;p16"/>
          <p:cNvSpPr/>
          <p:nvPr/>
        </p:nvSpPr>
        <p:spPr>
          <a:xfrm>
            <a:off x="4561087" y="0"/>
            <a:ext cx="4581903" cy="51435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35" name="Title Text"/>
          <p:cNvSpPr txBox="1"/>
          <p:nvPr>
            <p:ph type="title" hasCustomPrompt="1"/>
          </p:nvPr>
        </p:nvSpPr>
        <p:spPr>
          <a:xfrm>
            <a:off x="367900" y="2136967"/>
            <a:ext cx="3987002" cy="8697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36" name="Google Shape;74;p16"/>
          <p:cNvSpPr txBox="1"/>
          <p:nvPr/>
        </p:nvSpPr>
        <p:spPr>
          <a:xfrm>
            <a:off x="5416108" y="3428515"/>
            <a:ext cx="3115802" cy="4431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R="3810" indent="5080" algn="ctr">
              <a:lnSpc>
                <a:spcPct val="115000"/>
              </a:lnSpc>
              <a:defRPr sz="1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The first all-in-one open source  software for autonomous driving</a:t>
            </a:r>
          </a:p>
        </p:txBody>
      </p:sp>
      <p:pic>
        <p:nvPicPr>
          <p:cNvPr id="137" name="Google Shape;75;p16" descr="Google Shape;75;p16"/>
          <p:cNvPicPr>
            <a:picLocks noChangeAspect="1"/>
          </p:cNvPicPr>
          <p:nvPr/>
        </p:nvPicPr>
        <p:blipFill>
          <a:blip r:embed="rId2"/>
          <a:srcRect l="4387" t="12167" r="4396" b="12167"/>
          <a:stretch>
            <a:fillRect/>
          </a:stretch>
        </p:blipFill>
        <p:spPr>
          <a:xfrm>
            <a:off x="5350809" y="1460262"/>
            <a:ext cx="3002385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8" name="Body Level One…"/>
          <p:cNvSpPr txBox="1"/>
          <p:nvPr>
            <p:ph type="body" sz="quarter" idx="1" hasCustomPrompt="1"/>
          </p:nvPr>
        </p:nvSpPr>
        <p:spPr>
          <a:xfrm>
            <a:off x="443695" y="3063517"/>
            <a:ext cx="4023001" cy="252002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826770" indent="-226695">
              <a:lnSpc>
                <a:spcPct val="100000"/>
              </a:lnSpc>
              <a:buClrTx/>
              <a:buSzPts val="1300"/>
              <a:buFontTx/>
              <a:buChar char="•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2839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7411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1983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39" name="Slide Number"/>
          <p:cNvSpPr txBox="1"/>
          <p:nvPr>
            <p:ph type="sldNum" sz="quarter" idx="2"/>
          </p:nvPr>
        </p:nvSpPr>
        <p:spPr>
          <a:xfrm>
            <a:off x="4473346" y="4782787"/>
            <a:ext cx="196293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147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48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9" name="Title Text"/>
          <p:cNvSpPr txBox="1"/>
          <p:nvPr>
            <p:ph type="title" hasCustomPrompt="1"/>
          </p:nvPr>
        </p:nvSpPr>
        <p:spPr>
          <a:xfrm>
            <a:off x="581622" y="86321"/>
            <a:ext cx="6590101" cy="783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50" name="Body Level One…"/>
          <p:cNvSpPr txBox="1"/>
          <p:nvPr>
            <p:ph type="body" idx="1" hasCustomPrompt="1"/>
          </p:nvPr>
        </p:nvSpPr>
        <p:spPr>
          <a:xfrm>
            <a:off x="486372" y="918208"/>
            <a:ext cx="8304301" cy="39510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51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159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0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1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62" name="Slide Number"/>
          <p:cNvSpPr txBox="1"/>
          <p:nvPr>
            <p:ph type="sldNum" sz="quarter" idx="2"/>
          </p:nvPr>
        </p:nvSpPr>
        <p:spPr>
          <a:xfrm>
            <a:off x="4515700" y="4782787"/>
            <a:ext cx="153925" cy="14884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>
                <a:solidFill>
                  <a:srgbClr val="A7A7A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170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71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2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73" name="Body Level One…"/>
          <p:cNvSpPr txBox="1"/>
          <p:nvPr>
            <p:ph type="body" sz="quarter" idx="1" hasCustomPrompt="1"/>
          </p:nvPr>
        </p:nvSpPr>
        <p:spPr>
          <a:xfrm>
            <a:off x="663099" y="464058"/>
            <a:ext cx="5497803" cy="4764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123950" indent="-523875">
              <a:lnSpc>
                <a:spcPct val="100000"/>
              </a:lnSpc>
              <a:buClrTx/>
              <a:buSzPts val="3000"/>
              <a:buFontTx/>
              <a:buChar char="•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5811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0383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4955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74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, &amp; Photo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182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83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4" name="Title Text"/>
          <p:cNvSpPr txBox="1"/>
          <p:nvPr>
            <p:ph type="title" hasCustomPrompt="1"/>
          </p:nvPr>
        </p:nvSpPr>
        <p:spPr>
          <a:xfrm>
            <a:off x="343494" y="191096"/>
            <a:ext cx="8457003" cy="4689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85" name="Google Shape;92;p20"/>
          <p:cNvSpPr/>
          <p:nvPr>
            <p:ph type="pic" sz="half" idx="21"/>
          </p:nvPr>
        </p:nvSpPr>
        <p:spPr>
          <a:xfrm>
            <a:off x="4999863" y="554421"/>
            <a:ext cx="3578100" cy="4290301"/>
          </a:xfrm>
          <a:prstGeom prst="rect">
            <a:avLst/>
          </a:prstGeom>
          <a:ln w="9525"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86" name="Body Level One…"/>
          <p:cNvSpPr txBox="1"/>
          <p:nvPr>
            <p:ph type="body" sz="half" idx="1" hasCustomPrompt="1"/>
          </p:nvPr>
        </p:nvSpPr>
        <p:spPr>
          <a:xfrm>
            <a:off x="513587" y="707064"/>
            <a:ext cx="4015200" cy="4131601"/>
          </a:xfrm>
          <a:prstGeom prst="rect">
            <a:avLst/>
          </a:prstGeom>
        </p:spPr>
        <p:txBody>
          <a:bodyPr lIns="0" tIns="0" rIns="0" bIns="0"/>
          <a:lstStyle>
            <a:lvl1pPr indent="-37592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‣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87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195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6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97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205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06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7" name="Title Text"/>
          <p:cNvSpPr txBox="1"/>
          <p:nvPr>
            <p:ph type="title" hasCustomPrompt="1"/>
          </p:nvPr>
        </p:nvSpPr>
        <p:spPr>
          <a:xfrm>
            <a:off x="1004150" y="1751764"/>
            <a:ext cx="7136701" cy="1022401"/>
          </a:xfrm>
          <a:prstGeom prst="rect">
            <a:avLst/>
          </a:prstGeom>
        </p:spPr>
        <p:txBody>
          <a:bodyPr anchor="b"/>
          <a:lstStyle>
            <a:lvl1pPr algn="ctr">
              <a:defRPr sz="54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208" name="Body Level One…"/>
          <p:cNvSpPr txBox="1"/>
          <p:nvPr>
            <p:ph type="body" sz="quarter" idx="1" hasCustomPrompt="1"/>
          </p:nvPr>
        </p:nvSpPr>
        <p:spPr>
          <a:xfrm>
            <a:off x="2137224" y="2850039"/>
            <a:ext cx="4870502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09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217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18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19" name="Title Text"/>
          <p:cNvSpPr txBox="1"/>
          <p:nvPr>
            <p:ph type="title" hasCustomPrompt="1"/>
          </p:nvPr>
        </p:nvSpPr>
        <p:spPr>
          <a:xfrm>
            <a:off x="311698" y="814799"/>
            <a:ext cx="8571303" cy="942002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220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itle Text"/>
          <p:cNvSpPr txBox="1"/>
          <p:nvPr>
            <p:ph type="title" hasCustomPrompt="1"/>
          </p:nvPr>
        </p:nvSpPr>
        <p:spPr>
          <a:xfrm>
            <a:off x="311708" y="744573"/>
            <a:ext cx="8520601" cy="2052603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228" name="Body Level One…"/>
          <p:cNvSpPr txBox="1"/>
          <p:nvPr>
            <p:ph type="body" sz="quarter" idx="1" hasCustomPrompt="1"/>
          </p:nvPr>
        </p:nvSpPr>
        <p:spPr>
          <a:xfrm>
            <a:off x="311698" y="2834125"/>
            <a:ext cx="8520603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itle Text"/>
          <p:cNvSpPr txBox="1"/>
          <p:nvPr>
            <p:ph type="title" hasCustomPrompt="1"/>
          </p:nvPr>
        </p:nvSpPr>
        <p:spPr>
          <a:xfrm>
            <a:off x="311698" y="2150848"/>
            <a:ext cx="8520603" cy="841802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2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5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54" name="Body Level One…"/>
          <p:cNvSpPr txBox="1"/>
          <p:nvPr>
            <p:ph type="body" sz="half" idx="1" hasCustomPrompt="1"/>
          </p:nvPr>
        </p:nvSpPr>
        <p:spPr>
          <a:xfrm>
            <a:off x="311698" y="1152475"/>
            <a:ext cx="3999903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55" name="Google Shape;23;p5"/>
          <p:cNvSpPr txBox="1"/>
          <p:nvPr>
            <p:ph type="body" sz="half" idx="21"/>
          </p:nvPr>
        </p:nvSpPr>
        <p:spPr>
          <a:xfrm>
            <a:off x="4832398" y="1152475"/>
            <a:ext cx="3999903" cy="34164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itle Text"/>
          <p:cNvSpPr txBox="1"/>
          <p:nvPr>
            <p:ph type="title" hasCustomPrompt="1"/>
          </p:nvPr>
        </p:nvSpPr>
        <p:spPr>
          <a:xfrm>
            <a:off x="311698" y="555600"/>
            <a:ext cx="2808003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272" name="Body Level One…"/>
          <p:cNvSpPr txBox="1"/>
          <p:nvPr>
            <p:ph type="body" sz="quarter" idx="1" hasCustomPrompt="1"/>
          </p:nvPr>
        </p:nvSpPr>
        <p:spPr>
          <a:xfrm>
            <a:off x="311698" y="1389598"/>
            <a:ext cx="2808003" cy="3179403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7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itle Text"/>
          <p:cNvSpPr txBox="1"/>
          <p:nvPr>
            <p:ph type="title" hasCustomPrompt="1"/>
          </p:nvPr>
        </p:nvSpPr>
        <p:spPr>
          <a:xfrm>
            <a:off x="490250" y="450148"/>
            <a:ext cx="6367801" cy="4090803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2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36;p9"/>
          <p:cNvSpPr/>
          <p:nvPr/>
        </p:nvSpPr>
        <p:spPr>
          <a:xfrm>
            <a:off x="4572000" y="-126"/>
            <a:ext cx="4572000" cy="5143503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/>
        </p:txBody>
      </p:sp>
      <p:sp>
        <p:nvSpPr>
          <p:cNvPr id="289" name="Title Text"/>
          <p:cNvSpPr txBox="1"/>
          <p:nvPr>
            <p:ph type="title" hasCustomPrompt="1"/>
          </p:nvPr>
        </p:nvSpPr>
        <p:spPr>
          <a:xfrm>
            <a:off x="265500" y="1233175"/>
            <a:ext cx="4045200" cy="1482302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290" name="Body Level One…"/>
          <p:cNvSpPr txBox="1"/>
          <p:nvPr>
            <p:ph type="body" sz="quarter" idx="1" hasCustomPrompt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91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3"/>
          </a:xfrm>
          <a:prstGeom prst="rect">
            <a:avLst/>
          </a:prstGeom>
        </p:spPr>
        <p:txBody>
          <a:bodyPr anchor="ctr"/>
          <a:lstStyle/>
          <a:p/>
        </p:txBody>
      </p:sp>
      <p:sp>
        <p:nvSpPr>
          <p:cNvPr id="2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Body Level One…"/>
          <p:cNvSpPr txBox="1"/>
          <p:nvPr>
            <p:ph type="body" sz="quarter" idx="1" hasCustomPrompt="1"/>
          </p:nvPr>
        </p:nvSpPr>
        <p:spPr>
          <a:xfrm>
            <a:off x="311698" y="4230575"/>
            <a:ext cx="5998804" cy="605102"/>
          </a:xfrm>
          <a:prstGeom prst="rect">
            <a:avLst/>
          </a:prstGeom>
        </p:spPr>
        <p:txBody>
          <a:bodyPr anchor="ctr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xx%"/>
          <p:cNvSpPr txBox="1"/>
          <p:nvPr>
            <p:ph type="title" hasCustomPrompt="1"/>
          </p:nvPr>
        </p:nvSpPr>
        <p:spPr>
          <a:xfrm>
            <a:off x="311698" y="1106125"/>
            <a:ext cx="8520603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xx%</a:t>
            </a:r>
          </a:p>
        </p:txBody>
      </p:sp>
      <p:sp>
        <p:nvSpPr>
          <p:cNvPr id="308" name="Body Level One…"/>
          <p:cNvSpPr txBox="1"/>
          <p:nvPr>
            <p:ph type="body" sz="half" idx="1" hasCustomPrompt="1"/>
          </p:nvPr>
        </p:nvSpPr>
        <p:spPr>
          <a:xfrm>
            <a:off x="311698" y="3152225"/>
            <a:ext cx="8520603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58;p14"/>
          <p:cNvSpPr/>
          <p:nvPr/>
        </p:nvSpPr>
        <p:spPr>
          <a:xfrm>
            <a:off x="-20437" y="1710258"/>
            <a:ext cx="9265802" cy="22017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324" name="Title Text"/>
          <p:cNvSpPr txBox="1"/>
          <p:nvPr>
            <p:ph type="title" hasCustomPrompt="1"/>
          </p:nvPr>
        </p:nvSpPr>
        <p:spPr>
          <a:xfrm>
            <a:off x="4316803" y="1797455"/>
            <a:ext cx="4704902" cy="10143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25" name="Body Level One…"/>
          <p:cNvSpPr txBox="1"/>
          <p:nvPr>
            <p:ph type="body" sz="quarter" idx="1" hasCustomPrompt="1"/>
          </p:nvPr>
        </p:nvSpPr>
        <p:spPr>
          <a:xfrm>
            <a:off x="4391025" y="2537460"/>
            <a:ext cx="4556701" cy="12858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pic>
        <p:nvPicPr>
          <p:cNvPr id="326" name="Google Shape;61;p14" descr="Google Shape;61;p14"/>
          <p:cNvPicPr>
            <a:picLocks noChangeAspect="1"/>
          </p:cNvPicPr>
          <p:nvPr/>
        </p:nvPicPr>
        <p:blipFill>
          <a:blip r:embed="rId3"/>
          <a:srcRect l="4387" t="12167" r="4396" b="12167"/>
          <a:stretch>
            <a:fillRect/>
          </a:stretch>
        </p:blipFill>
        <p:spPr>
          <a:xfrm>
            <a:off x="367418" y="1955562"/>
            <a:ext cx="3002391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27" name="Google Shape;62;p14"/>
          <p:cNvSpPr txBox="1"/>
          <p:nvPr>
            <p:ph type="body" sz="quarter" idx="21"/>
          </p:nvPr>
        </p:nvSpPr>
        <p:spPr>
          <a:xfrm>
            <a:off x="2614611" y="4751508"/>
            <a:ext cx="4353003" cy="172802"/>
          </a:xfrm>
          <a:prstGeom prst="rect">
            <a:avLst/>
          </a:prstGeom>
        </p:spPr>
        <p:txBody>
          <a:bodyPr lIns="50800" tIns="50800" rIns="50800" bIns="50800" anchor="b"/>
          <a:lstStyle/>
          <a:p>
            <a:pPr marL="182880" indent="-137160" defTabSz="365760">
              <a:buSzPts val="700"/>
              <a:defRPr sz="720"/>
            </a:pPr>
          </a:p>
        </p:txBody>
      </p:sp>
      <p:pic>
        <p:nvPicPr>
          <p:cNvPr id="328" name="Google Shape;63;p14" descr="Google Shape;63;p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173" y="3396979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29" name="Google Shape;64;p14" descr="Google Shape;64;p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88" y="3439292"/>
            <a:ext cx="982217" cy="2308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30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38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39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40" name="Title Text"/>
          <p:cNvSpPr txBox="1"/>
          <p:nvPr>
            <p:ph type="title" hasCustomPrompt="1"/>
          </p:nvPr>
        </p:nvSpPr>
        <p:spPr>
          <a:xfrm>
            <a:off x="505420" y="86321"/>
            <a:ext cx="8043302" cy="4800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41" name="Body Level One…"/>
          <p:cNvSpPr txBox="1"/>
          <p:nvPr>
            <p:ph type="body" idx="1" hasCustomPrompt="1"/>
          </p:nvPr>
        </p:nvSpPr>
        <p:spPr>
          <a:xfrm>
            <a:off x="486372" y="1076599"/>
            <a:ext cx="8304301" cy="37926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42" name="Google Shape;70;p15"/>
          <p:cNvSpPr txBox="1"/>
          <p:nvPr>
            <p:ph type="body" sz="quarter" idx="21"/>
          </p:nvPr>
        </p:nvSpPr>
        <p:spPr>
          <a:xfrm>
            <a:off x="538945" y="615591"/>
            <a:ext cx="6713700" cy="252002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292735" indent="-219710" defTabSz="585470">
              <a:buSzPts val="1100"/>
              <a:defRPr sz="1150"/>
            </a:pPr>
          </a:p>
        </p:txBody>
      </p:sp>
      <p:sp>
        <p:nvSpPr>
          <p:cNvPr id="343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72;p16"/>
          <p:cNvSpPr/>
          <p:nvPr/>
        </p:nvSpPr>
        <p:spPr>
          <a:xfrm>
            <a:off x="4561087" y="0"/>
            <a:ext cx="4581903" cy="51435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351" name="Title Text"/>
          <p:cNvSpPr txBox="1"/>
          <p:nvPr>
            <p:ph type="title" hasCustomPrompt="1"/>
          </p:nvPr>
        </p:nvSpPr>
        <p:spPr>
          <a:xfrm>
            <a:off x="367900" y="2136967"/>
            <a:ext cx="3987002" cy="8697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52" name="Google Shape;74;p16"/>
          <p:cNvSpPr txBox="1"/>
          <p:nvPr/>
        </p:nvSpPr>
        <p:spPr>
          <a:xfrm>
            <a:off x="5416108" y="3428515"/>
            <a:ext cx="3115802" cy="4431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R="3810" indent="5080" algn="ctr">
              <a:lnSpc>
                <a:spcPct val="115000"/>
              </a:lnSpc>
              <a:defRPr sz="1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The first all-in-one open source  software for autonomous driving</a:t>
            </a:r>
          </a:p>
        </p:txBody>
      </p:sp>
      <p:pic>
        <p:nvPicPr>
          <p:cNvPr id="353" name="Google Shape;75;p16" descr="Google Shape;75;p16"/>
          <p:cNvPicPr>
            <a:picLocks noChangeAspect="1"/>
          </p:cNvPicPr>
          <p:nvPr/>
        </p:nvPicPr>
        <p:blipFill>
          <a:blip r:embed="rId2"/>
          <a:srcRect l="4387" t="12167" r="4396" b="12167"/>
          <a:stretch>
            <a:fillRect/>
          </a:stretch>
        </p:blipFill>
        <p:spPr>
          <a:xfrm>
            <a:off x="5350809" y="1460262"/>
            <a:ext cx="3002385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54" name="Body Level One…"/>
          <p:cNvSpPr txBox="1"/>
          <p:nvPr>
            <p:ph type="body" sz="quarter" idx="1" hasCustomPrompt="1"/>
          </p:nvPr>
        </p:nvSpPr>
        <p:spPr>
          <a:xfrm>
            <a:off x="443695" y="3063517"/>
            <a:ext cx="4023001" cy="252002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826770" indent="-226695">
              <a:lnSpc>
                <a:spcPct val="100000"/>
              </a:lnSpc>
              <a:buClrTx/>
              <a:buSzPts val="1300"/>
              <a:buFontTx/>
              <a:buChar char="•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2839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7411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1983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55" name="Slide Number"/>
          <p:cNvSpPr txBox="1"/>
          <p:nvPr>
            <p:ph type="sldNum" sz="quarter" idx="2"/>
          </p:nvPr>
        </p:nvSpPr>
        <p:spPr>
          <a:xfrm>
            <a:off x="4473346" y="4782787"/>
            <a:ext cx="196293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63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4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65" name="Title Text"/>
          <p:cNvSpPr txBox="1"/>
          <p:nvPr>
            <p:ph type="title" hasCustomPrompt="1"/>
          </p:nvPr>
        </p:nvSpPr>
        <p:spPr>
          <a:xfrm>
            <a:off x="581622" y="86321"/>
            <a:ext cx="6590101" cy="783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66" name="Body Level One…"/>
          <p:cNvSpPr txBox="1"/>
          <p:nvPr>
            <p:ph type="body" idx="1" hasCustomPrompt="1"/>
          </p:nvPr>
        </p:nvSpPr>
        <p:spPr>
          <a:xfrm>
            <a:off x="486372" y="918208"/>
            <a:ext cx="8304301" cy="39510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67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75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76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77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78" name="Slide Number"/>
          <p:cNvSpPr txBox="1"/>
          <p:nvPr>
            <p:ph type="sldNum" sz="quarter" idx="2"/>
          </p:nvPr>
        </p:nvSpPr>
        <p:spPr>
          <a:xfrm>
            <a:off x="4515700" y="4782787"/>
            <a:ext cx="153925" cy="14884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>
                <a:solidFill>
                  <a:srgbClr val="A7A7A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86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87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88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89" name="Body Level One…"/>
          <p:cNvSpPr txBox="1"/>
          <p:nvPr>
            <p:ph type="body" sz="quarter" idx="1" hasCustomPrompt="1"/>
          </p:nvPr>
        </p:nvSpPr>
        <p:spPr>
          <a:xfrm>
            <a:off x="663099" y="464058"/>
            <a:ext cx="5497803" cy="4764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123950" indent="-523875">
              <a:lnSpc>
                <a:spcPct val="100000"/>
              </a:lnSpc>
              <a:buClrTx/>
              <a:buSzPts val="3000"/>
              <a:buFontTx/>
              <a:buChar char="•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5811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0383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4955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90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, &amp; Photo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98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99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00" name="Title Text"/>
          <p:cNvSpPr txBox="1"/>
          <p:nvPr>
            <p:ph type="title" hasCustomPrompt="1"/>
          </p:nvPr>
        </p:nvSpPr>
        <p:spPr>
          <a:xfrm>
            <a:off x="343494" y="191096"/>
            <a:ext cx="8457003" cy="4689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401" name="Google Shape;92;p20"/>
          <p:cNvSpPr/>
          <p:nvPr>
            <p:ph type="pic" sz="half" idx="21"/>
          </p:nvPr>
        </p:nvSpPr>
        <p:spPr>
          <a:xfrm>
            <a:off x="4999863" y="554421"/>
            <a:ext cx="3578100" cy="4290301"/>
          </a:xfrm>
          <a:prstGeom prst="rect">
            <a:avLst/>
          </a:prstGeom>
          <a:ln w="9525"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402" name="Body Level One…"/>
          <p:cNvSpPr txBox="1"/>
          <p:nvPr>
            <p:ph type="body" sz="half" idx="1" hasCustomPrompt="1"/>
          </p:nvPr>
        </p:nvSpPr>
        <p:spPr>
          <a:xfrm>
            <a:off x="513587" y="707064"/>
            <a:ext cx="4015200" cy="4131601"/>
          </a:xfrm>
          <a:prstGeom prst="rect">
            <a:avLst/>
          </a:prstGeom>
        </p:spPr>
        <p:txBody>
          <a:bodyPr lIns="0" tIns="0" rIns="0" bIns="0"/>
          <a:lstStyle>
            <a:lvl1pPr indent="-37592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‣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03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411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12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13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421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22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23" name="Title Text"/>
          <p:cNvSpPr txBox="1"/>
          <p:nvPr>
            <p:ph type="title" hasCustomPrompt="1"/>
          </p:nvPr>
        </p:nvSpPr>
        <p:spPr>
          <a:xfrm>
            <a:off x="1004150" y="1751764"/>
            <a:ext cx="7136701" cy="1022401"/>
          </a:xfrm>
          <a:prstGeom prst="rect">
            <a:avLst/>
          </a:prstGeom>
        </p:spPr>
        <p:txBody>
          <a:bodyPr anchor="b"/>
          <a:lstStyle>
            <a:lvl1pPr algn="ctr">
              <a:defRPr sz="54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424" name="Body Level One…"/>
          <p:cNvSpPr txBox="1"/>
          <p:nvPr>
            <p:ph type="body" sz="quarter" idx="1" hasCustomPrompt="1"/>
          </p:nvPr>
        </p:nvSpPr>
        <p:spPr>
          <a:xfrm>
            <a:off x="2137224" y="2850039"/>
            <a:ext cx="4870502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25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433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34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35" name="Title Text"/>
          <p:cNvSpPr txBox="1"/>
          <p:nvPr>
            <p:ph type="title" hasCustomPrompt="1"/>
          </p:nvPr>
        </p:nvSpPr>
        <p:spPr>
          <a:xfrm>
            <a:off x="311698" y="814799"/>
            <a:ext cx="8571303" cy="942002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436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 hasCustomPrompt="1"/>
          </p:nvPr>
        </p:nvSpPr>
        <p:spPr>
          <a:xfrm>
            <a:off x="311708" y="744573"/>
            <a:ext cx="8520601" cy="2052603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311698" y="2834125"/>
            <a:ext cx="8520603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 hasCustomPrompt="1"/>
          </p:nvPr>
        </p:nvSpPr>
        <p:spPr>
          <a:xfrm>
            <a:off x="311698" y="2150848"/>
            <a:ext cx="8520603" cy="841802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 hasCustomPrompt="1"/>
          </p:nvPr>
        </p:nvSpPr>
        <p:spPr>
          <a:xfrm>
            <a:off x="311698" y="1152475"/>
            <a:ext cx="3999903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4832398" y="1152475"/>
            <a:ext cx="3999903" cy="34164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 hasCustomPrompt="1"/>
          </p:nvPr>
        </p:nvSpPr>
        <p:spPr>
          <a:xfrm>
            <a:off x="311698" y="555600"/>
            <a:ext cx="2808003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 hasCustomPrompt="1"/>
          </p:nvPr>
        </p:nvSpPr>
        <p:spPr>
          <a:xfrm>
            <a:off x="311698" y="1389598"/>
            <a:ext cx="2808003" cy="3179403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 hasCustomPrompt="1"/>
          </p:nvPr>
        </p:nvSpPr>
        <p:spPr>
          <a:xfrm>
            <a:off x="490250" y="450148"/>
            <a:ext cx="6367801" cy="4090803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6"/>
            <a:ext cx="4572000" cy="5143503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/>
        </p:txBody>
      </p:sp>
      <p:sp>
        <p:nvSpPr>
          <p:cNvPr id="73" name="Title Text"/>
          <p:cNvSpPr txBox="1"/>
          <p:nvPr>
            <p:ph type="title" hasCustomPrompt="1"/>
          </p:nvPr>
        </p:nvSpPr>
        <p:spPr>
          <a:xfrm>
            <a:off x="265500" y="1233175"/>
            <a:ext cx="4045200" cy="1482302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 hasCustomPrompt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3"/>
          </a:xfrm>
          <a:prstGeom prst="rect">
            <a:avLst/>
          </a:prstGeom>
        </p:spPr>
        <p:txBody>
          <a:bodyPr anchor="ctr"/>
          <a:lstStyle/>
          <a:p/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 hasCustomPrompt="1"/>
          </p:nvPr>
        </p:nvSpPr>
        <p:spPr>
          <a:xfrm>
            <a:off x="311698" y="4230575"/>
            <a:ext cx="5998804" cy="605102"/>
          </a:xfrm>
          <a:prstGeom prst="rect">
            <a:avLst/>
          </a:prstGeom>
        </p:spPr>
        <p:txBody>
          <a:bodyPr anchor="ctr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11698" y="1106125"/>
            <a:ext cx="8520603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 hasCustomPrompt="1"/>
          </p:nvPr>
        </p:nvSpPr>
        <p:spPr>
          <a:xfrm>
            <a:off x="311698" y="3152225"/>
            <a:ext cx="8520603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58;p14"/>
          <p:cNvSpPr/>
          <p:nvPr/>
        </p:nvSpPr>
        <p:spPr>
          <a:xfrm>
            <a:off x="-20437" y="1710258"/>
            <a:ext cx="9265802" cy="22017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sp>
        <p:nvSpPr>
          <p:cNvPr id="108" name="Title Text"/>
          <p:cNvSpPr txBox="1"/>
          <p:nvPr>
            <p:ph type="title" hasCustomPrompt="1"/>
          </p:nvPr>
        </p:nvSpPr>
        <p:spPr>
          <a:xfrm>
            <a:off x="4316803" y="1797455"/>
            <a:ext cx="4704902" cy="10143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09" name="Body Level One…"/>
          <p:cNvSpPr txBox="1"/>
          <p:nvPr>
            <p:ph type="body" sz="quarter" idx="1" hasCustomPrompt="1"/>
          </p:nvPr>
        </p:nvSpPr>
        <p:spPr>
          <a:xfrm>
            <a:off x="4391025" y="2537460"/>
            <a:ext cx="4556701" cy="12858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pic>
        <p:nvPicPr>
          <p:cNvPr id="110" name="Google Shape;61;p14" descr="Google Shape;61;p14"/>
          <p:cNvPicPr>
            <a:picLocks noChangeAspect="1"/>
          </p:cNvPicPr>
          <p:nvPr/>
        </p:nvPicPr>
        <p:blipFill>
          <a:blip r:embed="rId3"/>
          <a:srcRect l="4387" t="12167" r="4396" b="12167"/>
          <a:stretch>
            <a:fillRect/>
          </a:stretch>
        </p:blipFill>
        <p:spPr>
          <a:xfrm>
            <a:off x="367418" y="1955562"/>
            <a:ext cx="3002391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1" name="Google Shape;62;p14"/>
          <p:cNvSpPr txBox="1"/>
          <p:nvPr>
            <p:ph type="body" sz="quarter" idx="21"/>
          </p:nvPr>
        </p:nvSpPr>
        <p:spPr>
          <a:xfrm>
            <a:off x="2614611" y="4751508"/>
            <a:ext cx="4353003" cy="172802"/>
          </a:xfrm>
          <a:prstGeom prst="rect">
            <a:avLst/>
          </a:prstGeom>
        </p:spPr>
        <p:txBody>
          <a:bodyPr lIns="50800" tIns="50800" rIns="50800" bIns="50800" anchor="b"/>
          <a:lstStyle/>
          <a:p>
            <a:pPr marL="182880" indent="-137160" defTabSz="365760">
              <a:buSzPts val="700"/>
              <a:defRPr sz="720"/>
            </a:pPr>
          </a:p>
        </p:txBody>
      </p:sp>
      <p:pic>
        <p:nvPicPr>
          <p:cNvPr id="112" name="Google Shape;63;p14" descr="Google Shape;63;p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173" y="3396979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3" name="Google Shape;64;p14" descr="Google Shape;64;p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88" y="3439292"/>
            <a:ext cx="982217" cy="2308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4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122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23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4" name="Title Text"/>
          <p:cNvSpPr txBox="1"/>
          <p:nvPr>
            <p:ph type="title" hasCustomPrompt="1"/>
          </p:nvPr>
        </p:nvSpPr>
        <p:spPr>
          <a:xfrm>
            <a:off x="505420" y="86321"/>
            <a:ext cx="8043302" cy="4800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25" name="Body Level One…"/>
          <p:cNvSpPr txBox="1"/>
          <p:nvPr>
            <p:ph type="body" idx="1" hasCustomPrompt="1"/>
          </p:nvPr>
        </p:nvSpPr>
        <p:spPr>
          <a:xfrm>
            <a:off x="486372" y="1076599"/>
            <a:ext cx="8304301" cy="37926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26" name="Google Shape;70;p15"/>
          <p:cNvSpPr txBox="1"/>
          <p:nvPr>
            <p:ph type="body" sz="quarter" idx="21"/>
          </p:nvPr>
        </p:nvSpPr>
        <p:spPr>
          <a:xfrm>
            <a:off x="538945" y="615591"/>
            <a:ext cx="6713700" cy="252002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292735" indent="-219710" defTabSz="585470">
              <a:buSzPts val="1100"/>
              <a:defRPr sz="1150"/>
            </a:pPr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72;p16"/>
          <p:cNvSpPr/>
          <p:nvPr/>
        </p:nvSpPr>
        <p:spPr>
          <a:xfrm>
            <a:off x="4561087" y="0"/>
            <a:ext cx="4581903" cy="51435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sp>
        <p:nvSpPr>
          <p:cNvPr id="135" name="Title Text"/>
          <p:cNvSpPr txBox="1"/>
          <p:nvPr>
            <p:ph type="title" hasCustomPrompt="1"/>
          </p:nvPr>
        </p:nvSpPr>
        <p:spPr>
          <a:xfrm>
            <a:off x="367900" y="2136967"/>
            <a:ext cx="3987002" cy="8697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36" name="Google Shape;74;p16"/>
          <p:cNvSpPr txBox="1"/>
          <p:nvPr/>
        </p:nvSpPr>
        <p:spPr>
          <a:xfrm>
            <a:off x="5416108" y="3428515"/>
            <a:ext cx="3115802" cy="4431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R="3810" indent="5080" algn="ctr">
              <a:lnSpc>
                <a:spcPct val="115000"/>
              </a:lnSpc>
              <a:defRPr sz="1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The first all-in-one open source  software for autonomous driving</a:t>
            </a:r>
          </a:p>
        </p:txBody>
      </p:sp>
      <p:pic>
        <p:nvPicPr>
          <p:cNvPr id="137" name="Google Shape;75;p16" descr="Google Shape;75;p16"/>
          <p:cNvPicPr>
            <a:picLocks noChangeAspect="1"/>
          </p:cNvPicPr>
          <p:nvPr/>
        </p:nvPicPr>
        <p:blipFill>
          <a:blip r:embed="rId2"/>
          <a:srcRect l="4387" t="12167" r="4396" b="12167"/>
          <a:stretch>
            <a:fillRect/>
          </a:stretch>
        </p:blipFill>
        <p:spPr>
          <a:xfrm>
            <a:off x="5350809" y="1460262"/>
            <a:ext cx="3002385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8" name="Body Level One…"/>
          <p:cNvSpPr txBox="1"/>
          <p:nvPr>
            <p:ph type="body" sz="quarter" idx="1" hasCustomPrompt="1"/>
          </p:nvPr>
        </p:nvSpPr>
        <p:spPr>
          <a:xfrm>
            <a:off x="443695" y="3063517"/>
            <a:ext cx="4023001" cy="252002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826770" indent="-226695">
              <a:lnSpc>
                <a:spcPct val="100000"/>
              </a:lnSpc>
              <a:buClrTx/>
              <a:buSzPts val="1300"/>
              <a:buFontTx/>
              <a:buChar char="•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2839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7411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1983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39" name="Slide Number"/>
          <p:cNvSpPr txBox="1"/>
          <p:nvPr>
            <p:ph type="sldNum" sz="quarter" idx="2"/>
          </p:nvPr>
        </p:nvSpPr>
        <p:spPr>
          <a:xfrm>
            <a:off x="4473346" y="4782787"/>
            <a:ext cx="196293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147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48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9" name="Title Text"/>
          <p:cNvSpPr txBox="1"/>
          <p:nvPr>
            <p:ph type="title" hasCustomPrompt="1"/>
          </p:nvPr>
        </p:nvSpPr>
        <p:spPr>
          <a:xfrm>
            <a:off x="581622" y="86321"/>
            <a:ext cx="6590101" cy="783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50" name="Body Level One…"/>
          <p:cNvSpPr txBox="1"/>
          <p:nvPr>
            <p:ph type="body" idx="1" hasCustomPrompt="1"/>
          </p:nvPr>
        </p:nvSpPr>
        <p:spPr>
          <a:xfrm>
            <a:off x="486372" y="918208"/>
            <a:ext cx="8304301" cy="39510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51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159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0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1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62" name="Slide Number"/>
          <p:cNvSpPr txBox="1"/>
          <p:nvPr>
            <p:ph type="sldNum" sz="quarter" idx="2"/>
          </p:nvPr>
        </p:nvSpPr>
        <p:spPr>
          <a:xfrm>
            <a:off x="4515700" y="4782787"/>
            <a:ext cx="153925" cy="14884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>
                <a:solidFill>
                  <a:srgbClr val="A7A7A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170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71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2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73" name="Body Level One…"/>
          <p:cNvSpPr txBox="1"/>
          <p:nvPr>
            <p:ph type="body" sz="quarter" idx="1" hasCustomPrompt="1"/>
          </p:nvPr>
        </p:nvSpPr>
        <p:spPr>
          <a:xfrm>
            <a:off x="663099" y="464058"/>
            <a:ext cx="5497803" cy="4764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123950" indent="-523875">
              <a:lnSpc>
                <a:spcPct val="100000"/>
              </a:lnSpc>
              <a:buClrTx/>
              <a:buSzPts val="3000"/>
              <a:buFontTx/>
              <a:buChar char="•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5811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0383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4955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74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, &amp; Photo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182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83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4" name="Title Text"/>
          <p:cNvSpPr txBox="1"/>
          <p:nvPr>
            <p:ph type="title" hasCustomPrompt="1"/>
          </p:nvPr>
        </p:nvSpPr>
        <p:spPr>
          <a:xfrm>
            <a:off x="343494" y="191096"/>
            <a:ext cx="8457003" cy="4689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85" name="Google Shape;92;p20"/>
          <p:cNvSpPr/>
          <p:nvPr>
            <p:ph type="pic" sz="half" idx="21"/>
          </p:nvPr>
        </p:nvSpPr>
        <p:spPr>
          <a:xfrm>
            <a:off x="4999863" y="554421"/>
            <a:ext cx="3578100" cy="4290301"/>
          </a:xfrm>
          <a:prstGeom prst="rect">
            <a:avLst/>
          </a:prstGeom>
          <a:ln w="9525"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86" name="Body Level One…"/>
          <p:cNvSpPr txBox="1"/>
          <p:nvPr>
            <p:ph type="body" sz="half" idx="1" hasCustomPrompt="1"/>
          </p:nvPr>
        </p:nvSpPr>
        <p:spPr>
          <a:xfrm>
            <a:off x="513587" y="707064"/>
            <a:ext cx="4015200" cy="4131601"/>
          </a:xfrm>
          <a:prstGeom prst="rect">
            <a:avLst/>
          </a:prstGeom>
        </p:spPr>
        <p:txBody>
          <a:bodyPr lIns="0" tIns="0" rIns="0" bIns="0"/>
          <a:lstStyle>
            <a:lvl1pPr indent="-37592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‣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87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195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6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97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205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06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7" name="Title Text"/>
          <p:cNvSpPr txBox="1"/>
          <p:nvPr>
            <p:ph type="title" hasCustomPrompt="1"/>
          </p:nvPr>
        </p:nvSpPr>
        <p:spPr>
          <a:xfrm>
            <a:off x="1004150" y="1751764"/>
            <a:ext cx="7136701" cy="1022401"/>
          </a:xfrm>
          <a:prstGeom prst="rect">
            <a:avLst/>
          </a:prstGeom>
        </p:spPr>
        <p:txBody>
          <a:bodyPr anchor="b"/>
          <a:lstStyle>
            <a:lvl1pPr algn="ctr">
              <a:defRPr sz="54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208" name="Body Level One…"/>
          <p:cNvSpPr txBox="1"/>
          <p:nvPr>
            <p:ph type="body" sz="quarter" idx="1" hasCustomPrompt="1"/>
          </p:nvPr>
        </p:nvSpPr>
        <p:spPr>
          <a:xfrm>
            <a:off x="2137224" y="2850039"/>
            <a:ext cx="4870502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09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217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18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19" name="Title Text"/>
          <p:cNvSpPr txBox="1"/>
          <p:nvPr>
            <p:ph type="title" hasCustomPrompt="1"/>
          </p:nvPr>
        </p:nvSpPr>
        <p:spPr>
          <a:xfrm>
            <a:off x="311698" y="814799"/>
            <a:ext cx="8571303" cy="942002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220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itle Text"/>
          <p:cNvSpPr txBox="1"/>
          <p:nvPr>
            <p:ph type="title" hasCustomPrompt="1"/>
          </p:nvPr>
        </p:nvSpPr>
        <p:spPr>
          <a:xfrm>
            <a:off x="311708" y="744573"/>
            <a:ext cx="8520601" cy="2052603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228" name="Body Level One…"/>
          <p:cNvSpPr txBox="1"/>
          <p:nvPr>
            <p:ph type="body" sz="quarter" idx="1" hasCustomPrompt="1"/>
          </p:nvPr>
        </p:nvSpPr>
        <p:spPr>
          <a:xfrm>
            <a:off x="311698" y="2834125"/>
            <a:ext cx="8520603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itle Text"/>
          <p:cNvSpPr txBox="1"/>
          <p:nvPr>
            <p:ph type="title" hasCustomPrompt="1"/>
          </p:nvPr>
        </p:nvSpPr>
        <p:spPr>
          <a:xfrm>
            <a:off x="311698" y="2150848"/>
            <a:ext cx="8520603" cy="841802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2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5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54" name="Body Level One…"/>
          <p:cNvSpPr txBox="1"/>
          <p:nvPr>
            <p:ph type="body" sz="half" idx="1" hasCustomPrompt="1"/>
          </p:nvPr>
        </p:nvSpPr>
        <p:spPr>
          <a:xfrm>
            <a:off x="311698" y="1152475"/>
            <a:ext cx="3999903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55" name="Google Shape;23;p5"/>
          <p:cNvSpPr txBox="1"/>
          <p:nvPr>
            <p:ph type="body" sz="half" idx="21"/>
          </p:nvPr>
        </p:nvSpPr>
        <p:spPr>
          <a:xfrm>
            <a:off x="4832398" y="1152475"/>
            <a:ext cx="3999903" cy="34164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itle Text"/>
          <p:cNvSpPr txBox="1"/>
          <p:nvPr>
            <p:ph type="title" hasCustomPrompt="1"/>
          </p:nvPr>
        </p:nvSpPr>
        <p:spPr>
          <a:xfrm>
            <a:off x="311698" y="555600"/>
            <a:ext cx="2808003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272" name="Body Level One…"/>
          <p:cNvSpPr txBox="1"/>
          <p:nvPr>
            <p:ph type="body" sz="quarter" idx="1" hasCustomPrompt="1"/>
          </p:nvPr>
        </p:nvSpPr>
        <p:spPr>
          <a:xfrm>
            <a:off x="311698" y="1389598"/>
            <a:ext cx="2808003" cy="3179403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7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itle Text"/>
          <p:cNvSpPr txBox="1"/>
          <p:nvPr>
            <p:ph type="title" hasCustomPrompt="1"/>
          </p:nvPr>
        </p:nvSpPr>
        <p:spPr>
          <a:xfrm>
            <a:off x="490250" y="450148"/>
            <a:ext cx="6367801" cy="4090803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2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36;p9"/>
          <p:cNvSpPr/>
          <p:nvPr/>
        </p:nvSpPr>
        <p:spPr>
          <a:xfrm>
            <a:off x="4572000" y="-126"/>
            <a:ext cx="4572000" cy="5143503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/>
        </p:txBody>
      </p:sp>
      <p:sp>
        <p:nvSpPr>
          <p:cNvPr id="289" name="Title Text"/>
          <p:cNvSpPr txBox="1"/>
          <p:nvPr>
            <p:ph type="title" hasCustomPrompt="1"/>
          </p:nvPr>
        </p:nvSpPr>
        <p:spPr>
          <a:xfrm>
            <a:off x="265500" y="1233175"/>
            <a:ext cx="4045200" cy="1482302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290" name="Body Level One…"/>
          <p:cNvSpPr txBox="1"/>
          <p:nvPr>
            <p:ph type="body" sz="quarter" idx="1" hasCustomPrompt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91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3"/>
          </a:xfrm>
          <a:prstGeom prst="rect">
            <a:avLst/>
          </a:prstGeom>
        </p:spPr>
        <p:txBody>
          <a:bodyPr anchor="ctr"/>
          <a:lstStyle/>
          <a:p/>
        </p:txBody>
      </p:sp>
      <p:sp>
        <p:nvSpPr>
          <p:cNvPr id="2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Body Level One…"/>
          <p:cNvSpPr txBox="1"/>
          <p:nvPr>
            <p:ph type="body" sz="quarter" idx="1" hasCustomPrompt="1"/>
          </p:nvPr>
        </p:nvSpPr>
        <p:spPr>
          <a:xfrm>
            <a:off x="311698" y="4230575"/>
            <a:ext cx="5998804" cy="605102"/>
          </a:xfrm>
          <a:prstGeom prst="rect">
            <a:avLst/>
          </a:prstGeom>
        </p:spPr>
        <p:txBody>
          <a:bodyPr anchor="ctr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xx%"/>
          <p:cNvSpPr txBox="1"/>
          <p:nvPr>
            <p:ph type="title" hasCustomPrompt="1"/>
          </p:nvPr>
        </p:nvSpPr>
        <p:spPr>
          <a:xfrm>
            <a:off x="311698" y="1106125"/>
            <a:ext cx="8520603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xx%</a:t>
            </a:r>
          </a:p>
        </p:txBody>
      </p:sp>
      <p:sp>
        <p:nvSpPr>
          <p:cNvPr id="308" name="Body Level One…"/>
          <p:cNvSpPr txBox="1"/>
          <p:nvPr>
            <p:ph type="body" sz="half" idx="1" hasCustomPrompt="1"/>
          </p:nvPr>
        </p:nvSpPr>
        <p:spPr>
          <a:xfrm>
            <a:off x="311698" y="3152225"/>
            <a:ext cx="8520603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58;p14"/>
          <p:cNvSpPr/>
          <p:nvPr/>
        </p:nvSpPr>
        <p:spPr>
          <a:xfrm>
            <a:off x="-20437" y="1710258"/>
            <a:ext cx="9265802" cy="22017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324" name="Title Text"/>
          <p:cNvSpPr txBox="1"/>
          <p:nvPr>
            <p:ph type="title" hasCustomPrompt="1"/>
          </p:nvPr>
        </p:nvSpPr>
        <p:spPr>
          <a:xfrm>
            <a:off x="4316803" y="1797455"/>
            <a:ext cx="4704902" cy="10143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25" name="Body Level One…"/>
          <p:cNvSpPr txBox="1"/>
          <p:nvPr>
            <p:ph type="body" sz="quarter" idx="1" hasCustomPrompt="1"/>
          </p:nvPr>
        </p:nvSpPr>
        <p:spPr>
          <a:xfrm>
            <a:off x="4391025" y="2537460"/>
            <a:ext cx="4556701" cy="12858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pic>
        <p:nvPicPr>
          <p:cNvPr id="326" name="Google Shape;61;p14" descr="Google Shape;61;p14"/>
          <p:cNvPicPr>
            <a:picLocks noChangeAspect="1"/>
          </p:cNvPicPr>
          <p:nvPr/>
        </p:nvPicPr>
        <p:blipFill>
          <a:blip r:embed="rId3"/>
          <a:srcRect l="4387" t="12167" r="4396" b="12167"/>
          <a:stretch>
            <a:fillRect/>
          </a:stretch>
        </p:blipFill>
        <p:spPr>
          <a:xfrm>
            <a:off x="367418" y="1955562"/>
            <a:ext cx="3002391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27" name="Google Shape;62;p14"/>
          <p:cNvSpPr txBox="1"/>
          <p:nvPr>
            <p:ph type="body" sz="quarter" idx="21"/>
          </p:nvPr>
        </p:nvSpPr>
        <p:spPr>
          <a:xfrm>
            <a:off x="2614611" y="4751508"/>
            <a:ext cx="4353003" cy="172802"/>
          </a:xfrm>
          <a:prstGeom prst="rect">
            <a:avLst/>
          </a:prstGeom>
        </p:spPr>
        <p:txBody>
          <a:bodyPr lIns="50800" tIns="50800" rIns="50800" bIns="50800" anchor="b"/>
          <a:lstStyle/>
          <a:p>
            <a:pPr marL="182880" indent="-137160" defTabSz="365760">
              <a:buSzPts val="700"/>
              <a:defRPr sz="720"/>
            </a:pPr>
          </a:p>
        </p:txBody>
      </p:sp>
      <p:pic>
        <p:nvPicPr>
          <p:cNvPr id="328" name="Google Shape;63;p14" descr="Google Shape;63;p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173" y="3396979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29" name="Google Shape;64;p14" descr="Google Shape;64;p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88" y="3439292"/>
            <a:ext cx="982217" cy="2308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30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38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39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40" name="Title Text"/>
          <p:cNvSpPr txBox="1"/>
          <p:nvPr>
            <p:ph type="title" hasCustomPrompt="1"/>
          </p:nvPr>
        </p:nvSpPr>
        <p:spPr>
          <a:xfrm>
            <a:off x="505420" y="86321"/>
            <a:ext cx="8043302" cy="4800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41" name="Body Level One…"/>
          <p:cNvSpPr txBox="1"/>
          <p:nvPr>
            <p:ph type="body" idx="1" hasCustomPrompt="1"/>
          </p:nvPr>
        </p:nvSpPr>
        <p:spPr>
          <a:xfrm>
            <a:off x="486372" y="1076599"/>
            <a:ext cx="8304301" cy="37926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42" name="Google Shape;70;p15"/>
          <p:cNvSpPr txBox="1"/>
          <p:nvPr>
            <p:ph type="body" sz="quarter" idx="21"/>
          </p:nvPr>
        </p:nvSpPr>
        <p:spPr>
          <a:xfrm>
            <a:off x="538945" y="615591"/>
            <a:ext cx="6713700" cy="252002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292735" indent="-219710" defTabSz="585470">
              <a:buSzPts val="1100"/>
              <a:defRPr sz="1150"/>
            </a:pPr>
          </a:p>
        </p:txBody>
      </p:sp>
      <p:sp>
        <p:nvSpPr>
          <p:cNvPr id="343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72;p16"/>
          <p:cNvSpPr/>
          <p:nvPr/>
        </p:nvSpPr>
        <p:spPr>
          <a:xfrm>
            <a:off x="4561087" y="0"/>
            <a:ext cx="4581903" cy="51435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351" name="Title Text"/>
          <p:cNvSpPr txBox="1"/>
          <p:nvPr>
            <p:ph type="title" hasCustomPrompt="1"/>
          </p:nvPr>
        </p:nvSpPr>
        <p:spPr>
          <a:xfrm>
            <a:off x="367900" y="2136967"/>
            <a:ext cx="3987002" cy="8697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52" name="Google Shape;74;p16"/>
          <p:cNvSpPr txBox="1"/>
          <p:nvPr/>
        </p:nvSpPr>
        <p:spPr>
          <a:xfrm>
            <a:off x="5416108" y="3428515"/>
            <a:ext cx="3115802" cy="4431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R="3810" indent="5080" algn="ctr">
              <a:lnSpc>
                <a:spcPct val="115000"/>
              </a:lnSpc>
              <a:defRPr sz="1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The first all-in-one open source  software for autonomous driving</a:t>
            </a:r>
          </a:p>
        </p:txBody>
      </p:sp>
      <p:pic>
        <p:nvPicPr>
          <p:cNvPr id="353" name="Google Shape;75;p16" descr="Google Shape;75;p16"/>
          <p:cNvPicPr>
            <a:picLocks noChangeAspect="1"/>
          </p:cNvPicPr>
          <p:nvPr/>
        </p:nvPicPr>
        <p:blipFill>
          <a:blip r:embed="rId2"/>
          <a:srcRect l="4387" t="12167" r="4396" b="12167"/>
          <a:stretch>
            <a:fillRect/>
          </a:stretch>
        </p:blipFill>
        <p:spPr>
          <a:xfrm>
            <a:off x="5350809" y="1460262"/>
            <a:ext cx="3002385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54" name="Body Level One…"/>
          <p:cNvSpPr txBox="1"/>
          <p:nvPr>
            <p:ph type="body" sz="quarter" idx="1" hasCustomPrompt="1"/>
          </p:nvPr>
        </p:nvSpPr>
        <p:spPr>
          <a:xfrm>
            <a:off x="443695" y="3063517"/>
            <a:ext cx="4023001" cy="252002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826770" indent="-226695">
              <a:lnSpc>
                <a:spcPct val="100000"/>
              </a:lnSpc>
              <a:buClrTx/>
              <a:buSzPts val="1300"/>
              <a:buFontTx/>
              <a:buChar char="•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2839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7411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1983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55" name="Slide Number"/>
          <p:cNvSpPr txBox="1"/>
          <p:nvPr>
            <p:ph type="sldNum" sz="quarter" idx="2"/>
          </p:nvPr>
        </p:nvSpPr>
        <p:spPr>
          <a:xfrm>
            <a:off x="4473346" y="4782787"/>
            <a:ext cx="196293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63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4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65" name="Title Text"/>
          <p:cNvSpPr txBox="1"/>
          <p:nvPr>
            <p:ph type="title" hasCustomPrompt="1"/>
          </p:nvPr>
        </p:nvSpPr>
        <p:spPr>
          <a:xfrm>
            <a:off x="581622" y="86321"/>
            <a:ext cx="6590101" cy="783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66" name="Body Level One…"/>
          <p:cNvSpPr txBox="1"/>
          <p:nvPr>
            <p:ph type="body" idx="1" hasCustomPrompt="1"/>
          </p:nvPr>
        </p:nvSpPr>
        <p:spPr>
          <a:xfrm>
            <a:off x="486372" y="918208"/>
            <a:ext cx="8304301" cy="39510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67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75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76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77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78" name="Slide Number"/>
          <p:cNvSpPr txBox="1"/>
          <p:nvPr>
            <p:ph type="sldNum" sz="quarter" idx="2"/>
          </p:nvPr>
        </p:nvSpPr>
        <p:spPr>
          <a:xfrm>
            <a:off x="4515700" y="4782787"/>
            <a:ext cx="153925" cy="14884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>
                <a:solidFill>
                  <a:srgbClr val="A7A7A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86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87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88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89" name="Body Level One…"/>
          <p:cNvSpPr txBox="1"/>
          <p:nvPr>
            <p:ph type="body" sz="quarter" idx="1" hasCustomPrompt="1"/>
          </p:nvPr>
        </p:nvSpPr>
        <p:spPr>
          <a:xfrm>
            <a:off x="663099" y="464058"/>
            <a:ext cx="5497803" cy="4764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123950" indent="-523875">
              <a:lnSpc>
                <a:spcPct val="100000"/>
              </a:lnSpc>
              <a:buClrTx/>
              <a:buSzPts val="3000"/>
              <a:buFontTx/>
              <a:buChar char="•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5811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0383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4955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90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, &amp; Photo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98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99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00" name="Title Text"/>
          <p:cNvSpPr txBox="1"/>
          <p:nvPr>
            <p:ph type="title" hasCustomPrompt="1"/>
          </p:nvPr>
        </p:nvSpPr>
        <p:spPr>
          <a:xfrm>
            <a:off x="343494" y="191096"/>
            <a:ext cx="8457003" cy="4689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401" name="Google Shape;92;p20"/>
          <p:cNvSpPr/>
          <p:nvPr>
            <p:ph type="pic" sz="half" idx="21"/>
          </p:nvPr>
        </p:nvSpPr>
        <p:spPr>
          <a:xfrm>
            <a:off x="4999863" y="554421"/>
            <a:ext cx="3578100" cy="4290301"/>
          </a:xfrm>
          <a:prstGeom prst="rect">
            <a:avLst/>
          </a:prstGeom>
          <a:ln w="9525"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402" name="Body Level One…"/>
          <p:cNvSpPr txBox="1"/>
          <p:nvPr>
            <p:ph type="body" sz="half" idx="1" hasCustomPrompt="1"/>
          </p:nvPr>
        </p:nvSpPr>
        <p:spPr>
          <a:xfrm>
            <a:off x="513587" y="707064"/>
            <a:ext cx="4015200" cy="4131601"/>
          </a:xfrm>
          <a:prstGeom prst="rect">
            <a:avLst/>
          </a:prstGeom>
        </p:spPr>
        <p:txBody>
          <a:bodyPr lIns="0" tIns="0" rIns="0" bIns="0"/>
          <a:lstStyle>
            <a:lvl1pPr indent="-37592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‣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03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411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12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13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421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22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23" name="Title Text"/>
          <p:cNvSpPr txBox="1"/>
          <p:nvPr>
            <p:ph type="title" hasCustomPrompt="1"/>
          </p:nvPr>
        </p:nvSpPr>
        <p:spPr>
          <a:xfrm>
            <a:off x="1004150" y="1751764"/>
            <a:ext cx="7136701" cy="1022401"/>
          </a:xfrm>
          <a:prstGeom prst="rect">
            <a:avLst/>
          </a:prstGeom>
        </p:spPr>
        <p:txBody>
          <a:bodyPr anchor="b"/>
          <a:lstStyle>
            <a:lvl1pPr algn="ctr">
              <a:defRPr sz="54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424" name="Body Level One…"/>
          <p:cNvSpPr txBox="1"/>
          <p:nvPr>
            <p:ph type="body" sz="quarter" idx="1" hasCustomPrompt="1"/>
          </p:nvPr>
        </p:nvSpPr>
        <p:spPr>
          <a:xfrm>
            <a:off x="2137224" y="2850039"/>
            <a:ext cx="4870502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25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433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34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35" name="Title Text"/>
          <p:cNvSpPr txBox="1"/>
          <p:nvPr>
            <p:ph type="title" hasCustomPrompt="1"/>
          </p:nvPr>
        </p:nvSpPr>
        <p:spPr>
          <a:xfrm>
            <a:off x="311698" y="814799"/>
            <a:ext cx="8571303" cy="942002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436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9.xml"/><Relationship Id="rId8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67.xml"/><Relationship Id="rId26" Type="http://schemas.openxmlformats.org/officeDocument/2006/relationships/slideLayout" Target="../slideLayouts/slideLayout68.xml"/><Relationship Id="rId27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70.xml"/><Relationship Id="rId29" Type="http://schemas.openxmlformats.org/officeDocument/2006/relationships/slideLayout" Target="../slideLayouts/slideLayout71.xml"/><Relationship Id="rId30" Type="http://schemas.openxmlformats.org/officeDocument/2006/relationships/slideLayout" Target="../slideLayouts/slideLayout72.xml"/><Relationship Id="rId31" Type="http://schemas.openxmlformats.org/officeDocument/2006/relationships/slideLayout" Target="../slideLayouts/slideLayout73.xml"/><Relationship Id="rId32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75.xml"/><Relationship Id="rId34" Type="http://schemas.openxmlformats.org/officeDocument/2006/relationships/slideLayout" Target="../slideLayouts/slideLayout76.xml"/><Relationship Id="rId35" Type="http://schemas.openxmlformats.org/officeDocument/2006/relationships/slideLayout" Target="../slideLayouts/slideLayout77.xml"/><Relationship Id="rId36" Type="http://schemas.openxmlformats.org/officeDocument/2006/relationships/slideLayout" Target="../slideLayouts/slideLayout78.xml"/><Relationship Id="rId37" Type="http://schemas.openxmlformats.org/officeDocument/2006/relationships/slideLayout" Target="../slideLayouts/slideLayout79.xml"/><Relationship Id="rId38" Type="http://schemas.openxmlformats.org/officeDocument/2006/relationships/slideLayout" Target="../slideLayouts/slideLayout80.xml"/><Relationship Id="rId39" Type="http://schemas.openxmlformats.org/officeDocument/2006/relationships/slideLayout" Target="../slideLayouts/slideLayout81.xml"/><Relationship Id="rId40" Type="http://schemas.openxmlformats.org/officeDocument/2006/relationships/slideLayout" Target="../slideLayouts/slideLayout82.xml"/><Relationship Id="rId41" Type="http://schemas.openxmlformats.org/officeDocument/2006/relationships/slideLayout" Target="../slideLayouts/slideLayout83.xml"/><Relationship Id="rId42" Type="http://schemas.openxmlformats.org/officeDocument/2006/relationships/slideLayout" Target="../slideLayouts/slideLayout84.xml"/><Relationship Id="rId4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 hasCustomPrompt="1"/>
          </p:nvPr>
        </p:nvSpPr>
        <p:spPr>
          <a:xfrm>
            <a:off x="311698" y="445025"/>
            <a:ext cx="8520603" cy="572702"/>
          </a:xfrm>
          <a:prstGeom prst="rect">
            <a:avLst/>
          </a:prstGeom>
          <a:ln w="12700">
            <a:miter lim="400000"/>
          </a:ln>
        </p:spPr>
        <p:txBody>
          <a:bodyPr lIns="91423" tIns="91423" rIns="91423" bIns="91423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311698" y="1152475"/>
            <a:ext cx="8520603" cy="3416400"/>
          </a:xfrm>
          <a:prstGeom prst="rect">
            <a:avLst/>
          </a:prstGeom>
          <a:ln w="12700">
            <a:miter lim="400000"/>
          </a:ln>
        </p:spPr>
        <p:txBody>
          <a:bodyPr lIns="91423" tIns="91423" rIns="91423" bIns="91423">
            <a:normAutofit/>
          </a:bodyPr>
          <a:lstStyle/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684348" y="4700820"/>
            <a:ext cx="336812" cy="318394"/>
          </a:xfrm>
          <a:prstGeom prst="rect">
            <a:avLst/>
          </a:prstGeom>
          <a:ln w="12700">
            <a:miter lim="400000"/>
          </a:ln>
        </p:spPr>
        <p:txBody>
          <a:bodyPr wrap="none" lIns="91423" tIns="91423" rIns="91423" bIns="91423" anchor="ctr">
            <a:normAutofit/>
          </a:bodyPr>
          <a:lstStyle>
            <a:lvl1pPr algn="r">
              <a:defRPr sz="1000">
                <a:solidFill>
                  <a:srgbClr val="58585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●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10052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○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14624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■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19196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●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23768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○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28340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■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32912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●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37484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○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42056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■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 hasCustomPrompt="1"/>
          </p:nvPr>
        </p:nvSpPr>
        <p:spPr>
          <a:xfrm>
            <a:off x="311698" y="445025"/>
            <a:ext cx="8520603" cy="572702"/>
          </a:xfrm>
          <a:prstGeom prst="rect">
            <a:avLst/>
          </a:prstGeom>
          <a:ln w="12700">
            <a:miter lim="400000"/>
          </a:ln>
        </p:spPr>
        <p:txBody>
          <a:bodyPr lIns="91423" tIns="91423" rIns="91423" bIns="91423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311698" y="1152475"/>
            <a:ext cx="8520603" cy="3416400"/>
          </a:xfrm>
          <a:prstGeom prst="rect">
            <a:avLst/>
          </a:prstGeom>
          <a:ln w="12700">
            <a:miter lim="400000"/>
          </a:ln>
        </p:spPr>
        <p:txBody>
          <a:bodyPr lIns="91423" tIns="91423" rIns="91423" bIns="91423">
            <a:normAutofit/>
          </a:bodyPr>
          <a:lstStyle/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684348" y="4700820"/>
            <a:ext cx="336812" cy="318394"/>
          </a:xfrm>
          <a:prstGeom prst="rect">
            <a:avLst/>
          </a:prstGeom>
          <a:ln w="12700">
            <a:miter lim="400000"/>
          </a:ln>
        </p:spPr>
        <p:txBody>
          <a:bodyPr wrap="none" lIns="91423" tIns="91423" rIns="91423" bIns="91423" anchor="ctr">
            <a:normAutofit/>
          </a:bodyPr>
          <a:lstStyle>
            <a:lvl1pPr algn="r">
              <a:defRPr sz="1000">
                <a:solidFill>
                  <a:srgbClr val="58585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●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10052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○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14624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■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19196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●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23768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○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28340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■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32912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●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37484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○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42056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■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9pPr>
    </p:otherStyle>
  </p:txStyles>
</p:sldMaster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2334</Words>
  <Application>WPS Presentation</Application>
  <PresentationFormat/>
  <Paragraphs>100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SimSun</vt:lpstr>
      <vt:lpstr>Wingdings</vt:lpstr>
      <vt:lpstr>Arial</vt:lpstr>
      <vt:lpstr>Calibri</vt:lpstr>
      <vt:lpstr>Montserrat</vt:lpstr>
      <vt:lpstr>Helvetica Neue</vt:lpstr>
      <vt:lpstr>Helvetica</vt:lpstr>
      <vt:lpstr>Nunito</vt:lpstr>
      <vt:lpstr>Microsoft YaHei</vt:lpstr>
      <vt:lpstr>黑体</vt:lpstr>
      <vt:lpstr>Arial Unicode MS</vt:lpstr>
      <vt:lpstr>思源黑体</vt:lpstr>
      <vt:lpstr>Bangers</vt:lpstr>
      <vt:lpstr>Adwaita Mono</vt:lpstr>
      <vt:lpstr>Simple Light</vt:lpstr>
      <vt:lpstr>1_Simple Light</vt:lpstr>
      <vt:lpstr>GPU Runtime in Docker National Taiwan Universiry</vt:lpstr>
      <vt:lpstr>Status of Advantech Orin</vt:lpstr>
      <vt:lpstr>Status</vt:lpstr>
      <vt:lpstr>Status of Advantech Orin</vt:lpstr>
      <vt:lpstr>Status of Advantech Orin</vt:lpstr>
      <vt:lpstr>Status of Advantech Orin</vt:lpstr>
      <vt:lpstr>DKMS (Dynamic Kernel Module Support)</vt:lpstr>
      <vt:lpstr>GMSL Port Assignments</vt:lpstr>
      <vt:lpstr>TIER IV Camera Setup</vt:lpstr>
      <vt:lpstr>Status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1: LiDAR-to-Camera Calibration Workshop</dc:title>
  <dc:creator/>
  <cp:lastModifiedBy>aeon</cp:lastModifiedBy>
  <cp:revision>170</cp:revision>
  <dcterms:created xsi:type="dcterms:W3CDTF">2025-10-29T12:57:33Z</dcterms:created>
  <dcterms:modified xsi:type="dcterms:W3CDTF">2025-10-29T12:57:33Z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