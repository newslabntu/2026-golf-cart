
<file path=[Content_Types].xml><?xml version="1.0" encoding="utf-8"?>
<Types xmlns="http://schemas.openxmlformats.org/package/2006/content-types"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91" r:id="rId3"/>
  </p:sldMasterIdLst>
  <p:notesMasterIdLst>
    <p:notesMasterId r:id="rId14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7"/>
    <p:sldId id="263" r:id="rId6"/>
    <p:sldId id="264" r:id="rId5"/>
    <p:sldId id="265" r:id="rId4"/>
    <p:sldId id="266" r:id="rId18"/>
    <p:sldId id="267" r:id="rId19"/>
    <p:sldId id="268" r:id="rId20"/>
    <p:sldId id="269" r:id="rId21"/>
  </p:sldIdLst>
  <p:sldSz cx="9144000" cy="51435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 panose="020B0604020202020204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 panose="020B0604020202020204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 panose="020B0604020202020204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 panose="020B0604020202020204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 panose="020B0604020202020204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 panose="020B0604020202020204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 panose="020B0604020202020204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 panose="020B0604020202020204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0.xml"/><Relationship Id="rId5" Type="http://schemas.openxmlformats.org/officeDocument/2006/relationships/slide" Target="slides/slide9.xml"/><Relationship Id="rId6" Type="http://schemas.openxmlformats.org/officeDocument/2006/relationships/slide" Target="slides/slide8.xml"/><Relationship Id="rId7" Type="http://schemas.openxmlformats.org/officeDocument/2006/relationships/slide" Target="slides/slide7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ableStyles" Target="tableStyles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Shape 442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443" name="Shape 443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400">
        <a:latin typeface="+mn-lt"/>
        <a:ea typeface="+mn-ea"/>
        <a:cs typeface="+mn-cs"/>
        <a:sym typeface="Arial" panose="020B0604020202020204"/>
      </a:defRPr>
    </a:lvl1pPr>
    <a:lvl2pPr indent="228600" latinLnBrk="0">
      <a:defRPr sz="1400">
        <a:latin typeface="+mn-lt"/>
        <a:ea typeface="+mn-ea"/>
        <a:cs typeface="+mn-cs"/>
        <a:sym typeface="Arial" panose="020B0604020202020204"/>
      </a:defRPr>
    </a:lvl2pPr>
    <a:lvl3pPr indent="457200" latinLnBrk="0">
      <a:defRPr sz="1400">
        <a:latin typeface="+mn-lt"/>
        <a:ea typeface="+mn-ea"/>
        <a:cs typeface="+mn-cs"/>
        <a:sym typeface="Arial" panose="020B0604020202020204"/>
      </a:defRPr>
    </a:lvl3pPr>
    <a:lvl4pPr indent="685800" latinLnBrk="0">
      <a:defRPr sz="1400">
        <a:latin typeface="+mn-lt"/>
        <a:ea typeface="+mn-ea"/>
        <a:cs typeface="+mn-cs"/>
        <a:sym typeface="Arial" panose="020B0604020202020204"/>
      </a:defRPr>
    </a:lvl4pPr>
    <a:lvl5pPr indent="914400" latinLnBrk="0">
      <a:defRPr sz="1400">
        <a:latin typeface="+mn-lt"/>
        <a:ea typeface="+mn-ea"/>
        <a:cs typeface="+mn-cs"/>
        <a:sym typeface="Arial" panose="020B0604020202020204"/>
      </a:defRPr>
    </a:lvl5pPr>
    <a:lvl6pPr indent="1143000" latinLnBrk="0">
      <a:defRPr sz="1400">
        <a:latin typeface="+mn-lt"/>
        <a:ea typeface="+mn-ea"/>
        <a:cs typeface="+mn-cs"/>
        <a:sym typeface="Arial" panose="020B0604020202020204"/>
      </a:defRPr>
    </a:lvl6pPr>
    <a:lvl7pPr indent="1371600" latinLnBrk="0">
      <a:defRPr sz="1400">
        <a:latin typeface="+mn-lt"/>
        <a:ea typeface="+mn-ea"/>
        <a:cs typeface="+mn-cs"/>
        <a:sym typeface="Arial" panose="020B0604020202020204"/>
      </a:defRPr>
    </a:lvl7pPr>
    <a:lvl8pPr indent="1600200" latinLnBrk="0">
      <a:defRPr sz="1400">
        <a:latin typeface="+mn-lt"/>
        <a:ea typeface="+mn-ea"/>
        <a:cs typeface="+mn-cs"/>
        <a:sym typeface="Arial" panose="020B0604020202020204"/>
      </a:defRPr>
    </a:lvl8pPr>
    <a:lvl9pPr indent="1828800" latinLnBrk="0">
      <a:defRPr sz="1400">
        <a:latin typeface="+mn-lt"/>
        <a:ea typeface="+mn-ea"/>
        <a:cs typeface="+mn-cs"/>
        <a:sym typeface="Arial" panose="020B0604020202020204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 hasCustomPrompt="1"/>
          </p:nvPr>
        </p:nvSpPr>
        <p:spPr>
          <a:xfrm>
            <a:off x="311708" y="744573"/>
            <a:ext cx="8520601" cy="2052603"/>
          </a:xfrm>
          <a:prstGeom prst="rect">
            <a:avLst/>
          </a:prstGeom>
        </p:spPr>
        <p:txBody>
          <a:bodyPr anchor="b"/>
          <a:lstStyle>
            <a:lvl1pPr algn="ctr">
              <a:defRPr sz="5200"/>
            </a:lvl1pPr>
          </a:lstStyle>
          <a:p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 hasCustomPrompt="1"/>
          </p:nvPr>
        </p:nvSpPr>
        <p:spPr>
          <a:xfrm>
            <a:off x="311698" y="2834125"/>
            <a:ext cx="8520603" cy="792602"/>
          </a:xfrm>
          <a:prstGeom prst="rect">
            <a:avLst/>
          </a:prstGeom>
        </p:spPr>
        <p:txBody>
          <a:bodyPr/>
          <a:lstStyle>
            <a:lvl1pPr marL="228600" indent="-114300" algn="ctr">
              <a:lnSpc>
                <a:spcPct val="100000"/>
              </a:lnSpc>
              <a:buClrTx/>
              <a:buSzTx/>
              <a:buFontTx/>
              <a:buNone/>
              <a:defRPr sz="2800"/>
            </a:lvl1pPr>
            <a:lvl2pPr marL="228600" indent="114300" algn="ctr">
              <a:lnSpc>
                <a:spcPct val="100000"/>
              </a:lnSpc>
              <a:buClrTx/>
              <a:buSzTx/>
              <a:buFontTx/>
              <a:buNone/>
              <a:defRPr sz="2800"/>
            </a:lvl2pPr>
            <a:lvl3pPr marL="228600" indent="114300" algn="ctr">
              <a:lnSpc>
                <a:spcPct val="100000"/>
              </a:lnSpc>
              <a:buClrTx/>
              <a:buSzTx/>
              <a:buFontTx/>
              <a:buNone/>
              <a:defRPr sz="2800"/>
            </a:lvl3pPr>
            <a:lvl4pPr marL="228600" indent="114300" algn="ctr">
              <a:lnSpc>
                <a:spcPct val="100000"/>
              </a:lnSpc>
              <a:buClrTx/>
              <a:buSzTx/>
              <a:buFontTx/>
              <a:buNone/>
              <a:defRPr sz="2800"/>
            </a:lvl4pPr>
            <a:lvl5pPr marL="228600" indent="114300" algn="ctr">
              <a:lnSpc>
                <a:spcPct val="100000"/>
              </a:lnSpc>
              <a:buClrTx/>
              <a:buSzTx/>
              <a:buFontTx/>
              <a:buNone/>
              <a:defRPr sz="2800"/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 hasCustomPrompt="1"/>
          </p:nvPr>
        </p:nvSpPr>
        <p:spPr>
          <a:xfrm>
            <a:off x="311698" y="2150848"/>
            <a:ext cx="8520603" cy="841802"/>
          </a:xfrm>
          <a:prstGeom prst="rect">
            <a:avLst/>
          </a:prstGeom>
        </p:spPr>
        <p:txBody>
          <a:bodyPr anchor="ctr"/>
          <a:lstStyle>
            <a:lvl1pPr algn="ctr">
              <a:defRPr sz="3600"/>
            </a:lvl1pPr>
          </a:lstStyle>
          <a:p>
            <a:r>
              <a:t>Title Text</a:t>
            </a:r>
          </a:p>
        </p:txBody>
      </p:sp>
      <p:sp>
        <p:nvSpPr>
          <p:cNvPr id="2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Text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9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3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itle Text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8" name="Body Level One…"/>
          <p:cNvSpPr txBox="1"/>
          <p:nvPr>
            <p:ph type="body" sz="half" idx="1" hasCustomPrompt="1"/>
          </p:nvPr>
        </p:nvSpPr>
        <p:spPr>
          <a:xfrm>
            <a:off x="311698" y="1152475"/>
            <a:ext cx="3999903" cy="3416400"/>
          </a:xfrm>
          <a:prstGeom prst="rect">
            <a:avLst/>
          </a:prstGeom>
        </p:spPr>
        <p:txBody>
          <a:bodyPr/>
          <a:lstStyle>
            <a:lvl1pPr indent="-317500">
              <a:buSzPts val="1400"/>
              <a:defRPr sz="1400"/>
            </a:lvl1pPr>
            <a:lvl2pPr marL="965200" indent="-355600">
              <a:buSzPts val="1400"/>
              <a:defRPr sz="1400"/>
            </a:lvl2pPr>
            <a:lvl3pPr marL="1422400" indent="-355600">
              <a:buSzPts val="1400"/>
              <a:defRPr sz="1400"/>
            </a:lvl3pPr>
            <a:lvl4pPr marL="1879600" indent="-355600">
              <a:buSzPts val="1400"/>
              <a:defRPr sz="1400"/>
            </a:lvl4pPr>
            <a:lvl5pPr marL="2336800" indent="-355600">
              <a:buSzPts val="1400"/>
              <a:defRPr sz="1400"/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39" name="Google Shape;23;p5"/>
          <p:cNvSpPr txBox="1"/>
          <p:nvPr>
            <p:ph type="body" sz="half" idx="21"/>
          </p:nvPr>
        </p:nvSpPr>
        <p:spPr>
          <a:xfrm>
            <a:off x="4832398" y="1152475"/>
            <a:ext cx="3999903" cy="34164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itle Text"/>
          <p:cNvSpPr txBox="1"/>
          <p:nvPr>
            <p:ph type="title" hasCustomPrompt="1"/>
          </p:nvPr>
        </p:nvSpPr>
        <p:spPr>
          <a:xfrm>
            <a:off x="311698" y="555600"/>
            <a:ext cx="2808003" cy="7557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t>Title Text</a:t>
            </a:r>
          </a:p>
        </p:txBody>
      </p:sp>
      <p:sp>
        <p:nvSpPr>
          <p:cNvPr id="56" name="Body Level One…"/>
          <p:cNvSpPr txBox="1"/>
          <p:nvPr>
            <p:ph type="body" sz="quarter" idx="1" hasCustomPrompt="1"/>
          </p:nvPr>
        </p:nvSpPr>
        <p:spPr>
          <a:xfrm>
            <a:off x="311698" y="1389598"/>
            <a:ext cx="2808003" cy="3179403"/>
          </a:xfrm>
          <a:prstGeom prst="rect">
            <a:avLst/>
          </a:prstGeom>
        </p:spPr>
        <p:txBody>
          <a:bodyPr/>
          <a:lstStyle>
            <a:lvl1pPr indent="-304800">
              <a:buSzPts val="1200"/>
              <a:defRPr sz="1200"/>
            </a:lvl1pPr>
            <a:lvl2pPr marL="914400" indent="-304800">
              <a:buSzPts val="1200"/>
              <a:defRPr sz="1200"/>
            </a:lvl2pPr>
            <a:lvl3pPr marL="1371600" indent="-304800">
              <a:buSzPts val="1200"/>
              <a:defRPr sz="1200"/>
            </a:lvl3pPr>
            <a:lvl4pPr marL="1828800" indent="-304800">
              <a:buSzPts val="1200"/>
              <a:defRPr sz="1200"/>
            </a:lvl4pPr>
            <a:lvl5pPr marL="2286000" indent="-304800">
              <a:buSzPts val="1200"/>
              <a:defRPr sz="1200"/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5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itle Text"/>
          <p:cNvSpPr txBox="1"/>
          <p:nvPr>
            <p:ph type="title" hasCustomPrompt="1"/>
          </p:nvPr>
        </p:nvSpPr>
        <p:spPr>
          <a:xfrm>
            <a:off x="490250" y="450148"/>
            <a:ext cx="6367801" cy="4090803"/>
          </a:xfrm>
          <a:prstGeom prst="rect">
            <a:avLst/>
          </a:prstGeom>
        </p:spPr>
        <p:txBody>
          <a:bodyPr anchor="ctr"/>
          <a:lstStyle>
            <a:lvl1pPr>
              <a:defRPr sz="4800"/>
            </a:lvl1pPr>
          </a:lstStyle>
          <a:p>
            <a:r>
              <a:t>Title Text</a:t>
            </a:r>
          </a:p>
        </p:txBody>
      </p:sp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36;p9"/>
          <p:cNvSpPr/>
          <p:nvPr/>
        </p:nvSpPr>
        <p:spPr>
          <a:xfrm>
            <a:off x="4572000" y="-126"/>
            <a:ext cx="4572000" cy="5143503"/>
          </a:xfrm>
          <a:prstGeom prst="rect">
            <a:avLst/>
          </a:prstGeom>
          <a:solidFill>
            <a:srgbClr val="EEEEEE"/>
          </a:solidFill>
          <a:ln w="12700">
            <a:miter lim="400000"/>
          </a:ln>
        </p:spPr>
        <p:txBody>
          <a:bodyPr lIns="0" tIns="0" rIns="0" bIns="0" anchor="ctr"/>
          <a:lstStyle/>
          <a:p/>
        </p:txBody>
      </p:sp>
      <p:sp>
        <p:nvSpPr>
          <p:cNvPr id="73" name="Title Text"/>
          <p:cNvSpPr txBox="1"/>
          <p:nvPr>
            <p:ph type="title" hasCustomPrompt="1"/>
          </p:nvPr>
        </p:nvSpPr>
        <p:spPr>
          <a:xfrm>
            <a:off x="265500" y="1233175"/>
            <a:ext cx="4045200" cy="1482302"/>
          </a:xfrm>
          <a:prstGeom prst="rect">
            <a:avLst/>
          </a:prstGeom>
        </p:spPr>
        <p:txBody>
          <a:bodyPr anchor="b"/>
          <a:lstStyle>
            <a:lvl1pPr algn="ctr">
              <a:defRPr sz="4200"/>
            </a:lvl1pPr>
          </a:lstStyle>
          <a:p>
            <a:r>
              <a:t>Title Text</a:t>
            </a:r>
          </a:p>
        </p:txBody>
      </p:sp>
      <p:sp>
        <p:nvSpPr>
          <p:cNvPr id="74" name="Body Level One…"/>
          <p:cNvSpPr txBox="1"/>
          <p:nvPr>
            <p:ph type="body" sz="quarter" idx="1" hasCustomPrompt="1"/>
          </p:nvPr>
        </p:nvSpPr>
        <p:spPr>
          <a:xfrm>
            <a:off x="265500" y="2803075"/>
            <a:ext cx="4045200" cy="1235101"/>
          </a:xfrm>
          <a:prstGeom prst="rect">
            <a:avLst/>
          </a:prstGeom>
        </p:spPr>
        <p:txBody>
          <a:bodyPr/>
          <a:lstStyle>
            <a:lvl1pPr marL="228600" indent="-114300" algn="ctr">
              <a:lnSpc>
                <a:spcPct val="100000"/>
              </a:lnSpc>
              <a:buClrTx/>
              <a:buSzTx/>
              <a:buFontTx/>
              <a:buNone/>
              <a:defRPr sz="2100"/>
            </a:lvl1pPr>
            <a:lvl2pPr marL="228600" indent="114300" algn="ctr">
              <a:lnSpc>
                <a:spcPct val="100000"/>
              </a:lnSpc>
              <a:buClrTx/>
              <a:buSzTx/>
              <a:buFontTx/>
              <a:buNone/>
              <a:defRPr sz="2100"/>
            </a:lvl2pPr>
            <a:lvl3pPr marL="228600" indent="114300" algn="ctr">
              <a:lnSpc>
                <a:spcPct val="100000"/>
              </a:lnSpc>
              <a:buClrTx/>
              <a:buSzTx/>
              <a:buFontTx/>
              <a:buNone/>
              <a:defRPr sz="2100"/>
            </a:lvl3pPr>
            <a:lvl4pPr marL="228600" indent="114300" algn="ctr">
              <a:lnSpc>
                <a:spcPct val="100000"/>
              </a:lnSpc>
              <a:buClrTx/>
              <a:buSzTx/>
              <a:buFontTx/>
              <a:buNone/>
              <a:defRPr sz="2100"/>
            </a:lvl4pPr>
            <a:lvl5pPr marL="228600" indent="114300" algn="ctr">
              <a:lnSpc>
                <a:spcPct val="100000"/>
              </a:lnSpc>
              <a:buClrTx/>
              <a:buSzTx/>
              <a:buFontTx/>
              <a:buNone/>
              <a:defRPr sz="2100"/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75" name="Google Shape;39;p9"/>
          <p:cNvSpPr txBox="1"/>
          <p:nvPr>
            <p:ph type="body" sz="half" idx="21"/>
          </p:nvPr>
        </p:nvSpPr>
        <p:spPr>
          <a:xfrm>
            <a:off x="4939500" y="724074"/>
            <a:ext cx="3837000" cy="3695103"/>
          </a:xfrm>
          <a:prstGeom prst="rect">
            <a:avLst/>
          </a:prstGeom>
        </p:spPr>
        <p:txBody>
          <a:bodyPr anchor="ctr"/>
          <a:lstStyle/>
          <a:p/>
        </p:txBody>
      </p:sp>
      <p:sp>
        <p:nvSpPr>
          <p:cNvPr id="7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Body Level One…"/>
          <p:cNvSpPr txBox="1"/>
          <p:nvPr>
            <p:ph type="body" sz="quarter" idx="1" hasCustomPrompt="1"/>
          </p:nvPr>
        </p:nvSpPr>
        <p:spPr>
          <a:xfrm>
            <a:off x="311698" y="4230575"/>
            <a:ext cx="5998804" cy="605102"/>
          </a:xfrm>
          <a:prstGeom prst="rect">
            <a:avLst/>
          </a:prstGeom>
        </p:spPr>
        <p:txBody>
          <a:bodyPr anchor="ctr"/>
          <a:lstStyle>
            <a:lvl1pPr marL="0" indent="228600">
              <a:lnSpc>
                <a:spcPct val="100000"/>
              </a:lnSpc>
              <a:buClrTx/>
              <a:buSzTx/>
              <a:buFontTx/>
              <a:buNone/>
            </a:lvl1pPr>
            <a:lvl2pPr>
              <a:lnSpc>
                <a:spcPct val="100000"/>
              </a:lnSpc>
              <a:buClrTx/>
              <a:buFontTx/>
            </a:lvl2pPr>
            <a:lvl3pPr>
              <a:lnSpc>
                <a:spcPct val="100000"/>
              </a:lnSpc>
              <a:buClrTx/>
              <a:buFontTx/>
            </a:lvl3pPr>
            <a:lvl4pPr>
              <a:lnSpc>
                <a:spcPct val="100000"/>
              </a:lnSpc>
              <a:buClrTx/>
              <a:buFontTx/>
            </a:lvl4pPr>
            <a:lvl5pPr>
              <a:lnSpc>
                <a:spcPct val="100000"/>
              </a:lnSpc>
              <a:buClrTx/>
              <a:buFontTx/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8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xx%"/>
          <p:cNvSpPr txBox="1"/>
          <p:nvPr>
            <p:ph type="title" hasCustomPrompt="1"/>
          </p:nvPr>
        </p:nvSpPr>
        <p:spPr>
          <a:xfrm>
            <a:off x="311698" y="1106125"/>
            <a:ext cx="8520603" cy="1963500"/>
          </a:xfrm>
          <a:prstGeom prst="rect">
            <a:avLst/>
          </a:prstGeom>
        </p:spPr>
        <p:txBody>
          <a:bodyPr anchor="b"/>
          <a:lstStyle>
            <a:lvl1pPr algn="ctr">
              <a:defRPr sz="12000"/>
            </a:lvl1pPr>
          </a:lstStyle>
          <a:p>
            <a:r>
              <a:t>xx%</a:t>
            </a:r>
          </a:p>
        </p:txBody>
      </p:sp>
      <p:sp>
        <p:nvSpPr>
          <p:cNvPr id="92" name="Body Level One…"/>
          <p:cNvSpPr txBox="1"/>
          <p:nvPr>
            <p:ph type="body" sz="half" idx="1" hasCustomPrompt="1"/>
          </p:nvPr>
        </p:nvSpPr>
        <p:spPr>
          <a:xfrm>
            <a:off x="311698" y="3152225"/>
            <a:ext cx="8520603" cy="1300800"/>
          </a:xfrm>
          <a:prstGeom prst="rect">
            <a:avLst/>
          </a:prstGeom>
        </p:spPr>
        <p:txBody>
          <a:bodyPr/>
          <a:lstStyle>
            <a:lvl1pPr algn="ctr"/>
            <a:lvl2pPr algn="ctr"/>
            <a:lvl3pPr algn="ctr"/>
            <a:lvl4pPr algn="ctr"/>
            <a:lvl5pPr algn="ctr"/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9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58;p14"/>
          <p:cNvSpPr/>
          <p:nvPr/>
        </p:nvSpPr>
        <p:spPr>
          <a:xfrm>
            <a:off x="-20437" y="1710258"/>
            <a:ext cx="9265802" cy="2201700"/>
          </a:xfrm>
          <a:prstGeom prst="rect">
            <a:avLst/>
          </a:prstGeom>
          <a:solidFill>
            <a:srgbClr val="E7E6E6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5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sp>
        <p:nvSpPr>
          <p:cNvPr id="108" name="Title Text"/>
          <p:cNvSpPr txBox="1"/>
          <p:nvPr>
            <p:ph type="title" hasCustomPrompt="1"/>
          </p:nvPr>
        </p:nvSpPr>
        <p:spPr>
          <a:xfrm>
            <a:off x="4316803" y="1797455"/>
            <a:ext cx="4704902" cy="1014302"/>
          </a:xfrm>
          <a:prstGeom prst="rect">
            <a:avLst/>
          </a:prstGeom>
        </p:spPr>
        <p:txBody>
          <a:bodyPr lIns="0" tIns="0" rIns="0" bIns="0"/>
          <a:lstStyle>
            <a:lvl1pPr>
              <a:defRPr sz="4800" b="1">
                <a:solidFill>
                  <a:srgbClr val="5E90E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Title Text</a:t>
            </a:r>
          </a:p>
        </p:txBody>
      </p:sp>
      <p:sp>
        <p:nvSpPr>
          <p:cNvPr id="109" name="Body Level One…"/>
          <p:cNvSpPr txBox="1"/>
          <p:nvPr>
            <p:ph type="body" sz="quarter" idx="1" hasCustomPrompt="1"/>
          </p:nvPr>
        </p:nvSpPr>
        <p:spPr>
          <a:xfrm>
            <a:off x="4391025" y="2537460"/>
            <a:ext cx="4556701" cy="1285802"/>
          </a:xfrm>
          <a:prstGeom prst="rect">
            <a:avLst/>
          </a:prstGeom>
        </p:spPr>
        <p:txBody>
          <a:bodyPr lIns="0" tIns="0" rIns="0" bIns="0"/>
          <a:lstStyle>
            <a:lvl1pPr marL="0" indent="228600">
              <a:lnSpc>
                <a:spcPct val="100000"/>
              </a:lnSpc>
              <a:spcBef>
                <a:spcPts val="1200"/>
              </a:spcBef>
              <a:buClrTx/>
              <a:buSzTx/>
              <a:buFontTx/>
              <a:buNone/>
              <a:defRPr sz="2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indent="228600">
              <a:lnSpc>
                <a:spcPct val="100000"/>
              </a:lnSpc>
              <a:spcBef>
                <a:spcPts val="1200"/>
              </a:spcBef>
              <a:buClrTx/>
              <a:buSzTx/>
              <a:buFontTx/>
              <a:buNone/>
              <a:defRPr sz="2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indent="228600">
              <a:lnSpc>
                <a:spcPct val="100000"/>
              </a:lnSpc>
              <a:spcBef>
                <a:spcPts val="1200"/>
              </a:spcBef>
              <a:buClrTx/>
              <a:buSzTx/>
              <a:buFontTx/>
              <a:buNone/>
              <a:defRPr sz="2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indent="228600">
              <a:lnSpc>
                <a:spcPct val="100000"/>
              </a:lnSpc>
              <a:spcBef>
                <a:spcPts val="1200"/>
              </a:spcBef>
              <a:buClrTx/>
              <a:buSzTx/>
              <a:buFontTx/>
              <a:buNone/>
              <a:defRPr sz="2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indent="228600">
              <a:lnSpc>
                <a:spcPct val="100000"/>
              </a:lnSpc>
              <a:spcBef>
                <a:spcPts val="1200"/>
              </a:spcBef>
              <a:buClrTx/>
              <a:buSzTx/>
              <a:buFontTx/>
              <a:buNone/>
              <a:defRPr sz="2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pic>
        <p:nvPicPr>
          <p:cNvPr id="110" name="Google Shape;61;p14" descr="Google Shape;61;p14"/>
          <p:cNvPicPr>
            <a:picLocks noChangeAspect="1"/>
          </p:cNvPicPr>
          <p:nvPr/>
        </p:nvPicPr>
        <p:blipFill>
          <a:blip r:embed="rId3"/>
          <a:srcRect l="4387" t="12167" r="4396" b="12167"/>
          <a:stretch>
            <a:fillRect/>
          </a:stretch>
        </p:blipFill>
        <p:spPr>
          <a:xfrm>
            <a:off x="367418" y="1955562"/>
            <a:ext cx="3002391" cy="115526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11" name="Google Shape;62;p14"/>
          <p:cNvSpPr txBox="1"/>
          <p:nvPr>
            <p:ph type="body" sz="quarter" idx="21"/>
          </p:nvPr>
        </p:nvSpPr>
        <p:spPr>
          <a:xfrm>
            <a:off x="2614611" y="4751508"/>
            <a:ext cx="4353003" cy="172802"/>
          </a:xfrm>
          <a:prstGeom prst="rect">
            <a:avLst/>
          </a:prstGeom>
        </p:spPr>
        <p:txBody>
          <a:bodyPr lIns="50800" tIns="50800" rIns="50800" bIns="50800" anchor="b"/>
          <a:lstStyle/>
          <a:p>
            <a:pPr marL="182880" indent="-137160" defTabSz="365760">
              <a:buSzPts val="700"/>
              <a:defRPr sz="720"/>
            </a:pPr>
          </a:p>
        </p:txBody>
      </p:sp>
      <p:pic>
        <p:nvPicPr>
          <p:cNvPr id="112" name="Google Shape;63;p14" descr="Google Shape;63;p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1173" y="3396979"/>
            <a:ext cx="1429406" cy="3154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3" name="Google Shape;64;p14" descr="Google Shape;64;p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4088" y="3439292"/>
            <a:ext cx="982217" cy="23084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14" name="Slide Number"/>
          <p:cNvSpPr txBox="1"/>
          <p:nvPr>
            <p:ph type="sldNum" sz="quarter" idx="2"/>
          </p:nvPr>
        </p:nvSpPr>
        <p:spPr>
          <a:xfrm>
            <a:off x="8490412" y="4783454"/>
            <a:ext cx="196292" cy="18587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>
              <a:defRPr sz="13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54;p13"/>
          <p:cNvSpPr/>
          <p:nvPr/>
        </p:nvSpPr>
        <p:spPr>
          <a:xfrm>
            <a:off x="8257030" y="4727447"/>
            <a:ext cx="788702" cy="31560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5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pic>
        <p:nvPicPr>
          <p:cNvPr id="122" name="Google Shape;55;p13" descr="Google Shape;55;p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508" y="4727447"/>
            <a:ext cx="1429406" cy="3154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23" name="Google Shape;56;p13" descr="Google Shape;56;p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983" y="4769758"/>
            <a:ext cx="982217" cy="23084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24" name="Title Text"/>
          <p:cNvSpPr txBox="1"/>
          <p:nvPr>
            <p:ph type="title" hasCustomPrompt="1"/>
          </p:nvPr>
        </p:nvSpPr>
        <p:spPr>
          <a:xfrm>
            <a:off x="505420" y="86321"/>
            <a:ext cx="8043302" cy="480001"/>
          </a:xfrm>
          <a:prstGeom prst="rect">
            <a:avLst/>
          </a:prstGeom>
        </p:spPr>
        <p:txBody>
          <a:bodyPr lIns="0" tIns="0" rIns="0" bIns="0"/>
          <a:lstStyle>
            <a:lvl1pPr>
              <a:defRPr sz="4800" b="1">
                <a:solidFill>
                  <a:srgbClr val="5E90E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Title Text</a:t>
            </a:r>
          </a:p>
        </p:txBody>
      </p:sp>
      <p:sp>
        <p:nvSpPr>
          <p:cNvPr id="125" name="Body Level One…"/>
          <p:cNvSpPr txBox="1"/>
          <p:nvPr>
            <p:ph type="body" idx="1" hasCustomPrompt="1"/>
          </p:nvPr>
        </p:nvSpPr>
        <p:spPr>
          <a:xfrm>
            <a:off x="486372" y="1076599"/>
            <a:ext cx="8304301" cy="3792602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‣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indent="-314325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•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indent="-314325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-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indent="-314325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-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indent="-314325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-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126" name="Google Shape;70;p15"/>
          <p:cNvSpPr txBox="1"/>
          <p:nvPr>
            <p:ph type="body" sz="quarter" idx="21"/>
          </p:nvPr>
        </p:nvSpPr>
        <p:spPr>
          <a:xfrm>
            <a:off x="538945" y="615591"/>
            <a:ext cx="6713700" cy="252002"/>
          </a:xfrm>
          <a:prstGeom prst="rect">
            <a:avLst/>
          </a:prstGeom>
        </p:spPr>
        <p:txBody>
          <a:bodyPr lIns="50800" tIns="50800" rIns="50800" bIns="50800"/>
          <a:lstStyle/>
          <a:p>
            <a:pPr marL="292735" indent="-219710" defTabSz="585470">
              <a:buSzPts val="1100"/>
              <a:defRPr sz="1150"/>
            </a:pPr>
          </a:p>
        </p:txBody>
      </p:sp>
      <p:sp>
        <p:nvSpPr>
          <p:cNvPr id="127" name="Slide Number"/>
          <p:cNvSpPr txBox="1"/>
          <p:nvPr>
            <p:ph type="sldNum" sz="quarter" idx="2"/>
          </p:nvPr>
        </p:nvSpPr>
        <p:spPr>
          <a:xfrm>
            <a:off x="4539764" y="4781550"/>
            <a:ext cx="269987" cy="265621"/>
          </a:xfrm>
          <a:prstGeom prst="rect">
            <a:avLst/>
          </a:prstGeom>
        </p:spPr>
        <p:txBody>
          <a:bodyPr lIns="64275" tIns="64275" rIns="64275" bIns="64275" anchor="t">
            <a:spAutoFit/>
          </a:bodyPr>
          <a:lstStyle>
            <a:lvl1pPr>
              <a:defRPr>
                <a:solidFill>
                  <a:srgbClr val="A7A7A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72;p16"/>
          <p:cNvSpPr/>
          <p:nvPr/>
        </p:nvSpPr>
        <p:spPr>
          <a:xfrm>
            <a:off x="4561087" y="0"/>
            <a:ext cx="4581903" cy="5143500"/>
          </a:xfrm>
          <a:prstGeom prst="rect">
            <a:avLst/>
          </a:prstGeom>
          <a:solidFill>
            <a:srgbClr val="E7E6E6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5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sp>
        <p:nvSpPr>
          <p:cNvPr id="135" name="Title Text"/>
          <p:cNvSpPr txBox="1"/>
          <p:nvPr>
            <p:ph type="title" hasCustomPrompt="1"/>
          </p:nvPr>
        </p:nvSpPr>
        <p:spPr>
          <a:xfrm>
            <a:off x="367900" y="2136967"/>
            <a:ext cx="3987002" cy="869702"/>
          </a:xfrm>
          <a:prstGeom prst="rect">
            <a:avLst/>
          </a:prstGeom>
        </p:spPr>
        <p:txBody>
          <a:bodyPr lIns="0" tIns="0" rIns="0" bIns="0"/>
          <a:lstStyle>
            <a:lvl1pPr>
              <a:defRPr sz="4800" b="1">
                <a:solidFill>
                  <a:srgbClr val="5E90E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Title Text</a:t>
            </a:r>
          </a:p>
        </p:txBody>
      </p:sp>
      <p:sp>
        <p:nvSpPr>
          <p:cNvPr id="136" name="Google Shape;74;p16"/>
          <p:cNvSpPr txBox="1"/>
          <p:nvPr/>
        </p:nvSpPr>
        <p:spPr>
          <a:xfrm>
            <a:off x="5416108" y="3428515"/>
            <a:ext cx="3115802" cy="44314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 marR="3810" indent="5080" algn="ctr">
              <a:lnSpc>
                <a:spcPct val="115000"/>
              </a:lnSpc>
              <a:defRPr sz="15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t>The first all-in-one open source  software for autonomous driving</a:t>
            </a:r>
          </a:p>
        </p:txBody>
      </p:sp>
      <p:pic>
        <p:nvPicPr>
          <p:cNvPr id="137" name="Google Shape;75;p16" descr="Google Shape;75;p16"/>
          <p:cNvPicPr>
            <a:picLocks noChangeAspect="1"/>
          </p:cNvPicPr>
          <p:nvPr/>
        </p:nvPicPr>
        <p:blipFill>
          <a:blip r:embed="rId2"/>
          <a:srcRect l="4387" t="12167" r="4396" b="12167"/>
          <a:stretch>
            <a:fillRect/>
          </a:stretch>
        </p:blipFill>
        <p:spPr>
          <a:xfrm>
            <a:off x="5350809" y="1460262"/>
            <a:ext cx="3002385" cy="115526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38" name="Body Level One…"/>
          <p:cNvSpPr txBox="1"/>
          <p:nvPr>
            <p:ph type="body" sz="quarter" idx="1" hasCustomPrompt="1"/>
          </p:nvPr>
        </p:nvSpPr>
        <p:spPr>
          <a:xfrm>
            <a:off x="443695" y="3063517"/>
            <a:ext cx="4023001" cy="252002"/>
          </a:xfrm>
          <a:prstGeom prst="rect">
            <a:avLst/>
          </a:prstGeom>
        </p:spPr>
        <p:txBody>
          <a:bodyPr lIns="50800" tIns="50800" rIns="50800" bIns="50800"/>
          <a:lstStyle>
            <a:lvl1pPr marL="0" indent="228600">
              <a:lnSpc>
                <a:spcPct val="100000"/>
              </a:lnSpc>
              <a:buClrTx/>
              <a:buSzTx/>
              <a:buFontTx/>
              <a:buNone/>
              <a:defRPr sz="1300" b="1">
                <a:solidFill>
                  <a:srgbClr val="A9A9A9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826770" indent="-226695">
              <a:lnSpc>
                <a:spcPct val="100000"/>
              </a:lnSpc>
              <a:buClrTx/>
              <a:buSzPts val="1300"/>
              <a:buFontTx/>
              <a:buChar char="•"/>
              <a:defRPr sz="1300" b="1">
                <a:solidFill>
                  <a:srgbClr val="A9A9A9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283970" indent="-226695">
              <a:lnSpc>
                <a:spcPct val="100000"/>
              </a:lnSpc>
              <a:buClrTx/>
              <a:buSzPts val="1300"/>
              <a:buFontTx/>
              <a:buChar char="-"/>
              <a:defRPr sz="1300" b="1">
                <a:solidFill>
                  <a:srgbClr val="A9A9A9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741170" indent="-226695">
              <a:lnSpc>
                <a:spcPct val="100000"/>
              </a:lnSpc>
              <a:buClrTx/>
              <a:buSzPts val="1300"/>
              <a:buFontTx/>
              <a:buChar char="-"/>
              <a:defRPr sz="1300" b="1">
                <a:solidFill>
                  <a:srgbClr val="A9A9A9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198370" indent="-226695">
              <a:lnSpc>
                <a:spcPct val="100000"/>
              </a:lnSpc>
              <a:buClrTx/>
              <a:buSzPts val="1300"/>
              <a:buFontTx/>
              <a:buChar char="-"/>
              <a:defRPr sz="1300" b="1">
                <a:solidFill>
                  <a:srgbClr val="A9A9A9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139" name="Slide Number"/>
          <p:cNvSpPr txBox="1"/>
          <p:nvPr>
            <p:ph type="sldNum" sz="quarter" idx="2"/>
          </p:nvPr>
        </p:nvSpPr>
        <p:spPr>
          <a:xfrm>
            <a:off x="4473346" y="4782787"/>
            <a:ext cx="196293" cy="18587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>
              <a:defRPr sz="13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54;p13"/>
          <p:cNvSpPr/>
          <p:nvPr/>
        </p:nvSpPr>
        <p:spPr>
          <a:xfrm>
            <a:off x="8257030" y="4727447"/>
            <a:ext cx="788702" cy="31560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5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pic>
        <p:nvPicPr>
          <p:cNvPr id="147" name="Google Shape;55;p13" descr="Google Shape;55;p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508" y="4727447"/>
            <a:ext cx="1429406" cy="3154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48" name="Google Shape;56;p13" descr="Google Shape;56;p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983" y="4769758"/>
            <a:ext cx="982217" cy="23084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49" name="Title Text"/>
          <p:cNvSpPr txBox="1"/>
          <p:nvPr>
            <p:ph type="title" hasCustomPrompt="1"/>
          </p:nvPr>
        </p:nvSpPr>
        <p:spPr>
          <a:xfrm>
            <a:off x="581622" y="86321"/>
            <a:ext cx="6590101" cy="783000"/>
          </a:xfrm>
          <a:prstGeom prst="rect">
            <a:avLst/>
          </a:prstGeom>
        </p:spPr>
        <p:txBody>
          <a:bodyPr lIns="0" tIns="0" rIns="0" bIns="0"/>
          <a:lstStyle>
            <a:lvl1pPr>
              <a:defRPr sz="4800" b="1">
                <a:solidFill>
                  <a:srgbClr val="5E90E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Title Text</a:t>
            </a:r>
          </a:p>
        </p:txBody>
      </p:sp>
      <p:sp>
        <p:nvSpPr>
          <p:cNvPr id="150" name="Body Level One…"/>
          <p:cNvSpPr txBox="1"/>
          <p:nvPr>
            <p:ph type="body" idx="1" hasCustomPrompt="1"/>
          </p:nvPr>
        </p:nvSpPr>
        <p:spPr>
          <a:xfrm>
            <a:off x="486372" y="918208"/>
            <a:ext cx="8304301" cy="3951002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‣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indent="-314325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•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indent="-314325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-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indent="-314325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-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indent="-314325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-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151" name="Slide Number"/>
          <p:cNvSpPr txBox="1"/>
          <p:nvPr>
            <p:ph type="sldNum" sz="quarter" idx="2"/>
          </p:nvPr>
        </p:nvSpPr>
        <p:spPr>
          <a:xfrm>
            <a:off x="4539764" y="4781550"/>
            <a:ext cx="269987" cy="265621"/>
          </a:xfrm>
          <a:prstGeom prst="rect">
            <a:avLst/>
          </a:prstGeom>
        </p:spPr>
        <p:txBody>
          <a:bodyPr lIns="64275" tIns="64275" rIns="64275" bIns="64275" anchor="t">
            <a:spAutoFit/>
          </a:bodyPr>
          <a:lstStyle>
            <a:lvl1pPr>
              <a:defRPr>
                <a:solidFill>
                  <a:srgbClr val="A7A7A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54;p13"/>
          <p:cNvSpPr/>
          <p:nvPr/>
        </p:nvSpPr>
        <p:spPr>
          <a:xfrm>
            <a:off x="8257030" y="4727447"/>
            <a:ext cx="788702" cy="31560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5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pic>
        <p:nvPicPr>
          <p:cNvPr id="159" name="Google Shape;55;p13" descr="Google Shape;55;p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508" y="4727447"/>
            <a:ext cx="1429406" cy="3154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60" name="Google Shape;56;p13" descr="Google Shape;56;p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983" y="4769758"/>
            <a:ext cx="982217" cy="23084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61" name="Title Text"/>
          <p:cNvSpPr txBox="1"/>
          <p:nvPr>
            <p:ph type="title" hasCustomPrompt="1"/>
          </p:nvPr>
        </p:nvSpPr>
        <p:spPr>
          <a:xfrm>
            <a:off x="158351" y="-17907"/>
            <a:ext cx="6002700" cy="476400"/>
          </a:xfrm>
          <a:prstGeom prst="rect">
            <a:avLst/>
          </a:prstGeom>
        </p:spPr>
        <p:txBody>
          <a:bodyPr lIns="0" tIns="0" rIns="0" bIns="0"/>
          <a:lstStyle>
            <a:lvl1pPr>
              <a:defRPr sz="4800" b="1">
                <a:solidFill>
                  <a:srgbClr val="5E90E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Title Text</a:t>
            </a:r>
          </a:p>
        </p:txBody>
      </p:sp>
      <p:sp>
        <p:nvSpPr>
          <p:cNvPr id="162" name="Slide Number"/>
          <p:cNvSpPr txBox="1"/>
          <p:nvPr>
            <p:ph type="sldNum" sz="quarter" idx="2"/>
          </p:nvPr>
        </p:nvSpPr>
        <p:spPr>
          <a:xfrm>
            <a:off x="4515700" y="4782787"/>
            <a:ext cx="153925" cy="14884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>
              <a:defRPr>
                <a:solidFill>
                  <a:srgbClr val="A7A7A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54;p13"/>
          <p:cNvSpPr/>
          <p:nvPr/>
        </p:nvSpPr>
        <p:spPr>
          <a:xfrm>
            <a:off x="8257030" y="4727447"/>
            <a:ext cx="788702" cy="31560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5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pic>
        <p:nvPicPr>
          <p:cNvPr id="170" name="Google Shape;55;p13" descr="Google Shape;55;p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508" y="4727447"/>
            <a:ext cx="1429406" cy="3154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71" name="Google Shape;56;p13" descr="Google Shape;56;p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983" y="4769758"/>
            <a:ext cx="982217" cy="23084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72" name="Title Text"/>
          <p:cNvSpPr txBox="1"/>
          <p:nvPr>
            <p:ph type="title" hasCustomPrompt="1"/>
          </p:nvPr>
        </p:nvSpPr>
        <p:spPr>
          <a:xfrm>
            <a:off x="158351" y="-17907"/>
            <a:ext cx="6002700" cy="476400"/>
          </a:xfrm>
          <a:prstGeom prst="rect">
            <a:avLst/>
          </a:prstGeom>
        </p:spPr>
        <p:txBody>
          <a:bodyPr lIns="0" tIns="0" rIns="0" bIns="0"/>
          <a:lstStyle>
            <a:lvl1pPr>
              <a:defRPr sz="4800" b="1">
                <a:solidFill>
                  <a:srgbClr val="5E90E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Title Text</a:t>
            </a:r>
          </a:p>
        </p:txBody>
      </p:sp>
      <p:sp>
        <p:nvSpPr>
          <p:cNvPr id="173" name="Body Level One…"/>
          <p:cNvSpPr txBox="1"/>
          <p:nvPr>
            <p:ph type="body" sz="quarter" idx="1" hasCustomPrompt="1"/>
          </p:nvPr>
        </p:nvSpPr>
        <p:spPr>
          <a:xfrm>
            <a:off x="663099" y="464058"/>
            <a:ext cx="5497803" cy="476402"/>
          </a:xfrm>
          <a:prstGeom prst="rect">
            <a:avLst/>
          </a:prstGeom>
        </p:spPr>
        <p:txBody>
          <a:bodyPr lIns="0" tIns="0" rIns="0" bIns="0"/>
          <a:lstStyle>
            <a:lvl1pPr marL="0" indent="228600">
              <a:lnSpc>
                <a:spcPct val="100000"/>
              </a:lnSpc>
              <a:buClrTx/>
              <a:buSzTx/>
              <a:buFontTx/>
              <a:buNone/>
              <a:defRPr sz="3000">
                <a:solidFill>
                  <a:srgbClr val="A7A7A7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1123950" indent="-523875">
              <a:lnSpc>
                <a:spcPct val="100000"/>
              </a:lnSpc>
              <a:buClrTx/>
              <a:buSzPts val="3000"/>
              <a:buFontTx/>
              <a:buChar char="•"/>
              <a:defRPr sz="3000">
                <a:solidFill>
                  <a:srgbClr val="A7A7A7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581150" indent="-523875">
              <a:lnSpc>
                <a:spcPct val="100000"/>
              </a:lnSpc>
              <a:buClrTx/>
              <a:buSzPts val="3000"/>
              <a:buFontTx/>
              <a:buChar char="-"/>
              <a:defRPr sz="3000">
                <a:solidFill>
                  <a:srgbClr val="A7A7A7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2038350" indent="-523875">
              <a:lnSpc>
                <a:spcPct val="100000"/>
              </a:lnSpc>
              <a:buClrTx/>
              <a:buSzPts val="3000"/>
              <a:buFontTx/>
              <a:buChar char="-"/>
              <a:defRPr sz="3000">
                <a:solidFill>
                  <a:srgbClr val="A7A7A7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495550" indent="-523875">
              <a:lnSpc>
                <a:spcPct val="100000"/>
              </a:lnSpc>
              <a:buClrTx/>
              <a:buSzPts val="3000"/>
              <a:buFontTx/>
              <a:buChar char="-"/>
              <a:defRPr sz="3000">
                <a:solidFill>
                  <a:srgbClr val="A7A7A7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174" name="Slide Number"/>
          <p:cNvSpPr txBox="1"/>
          <p:nvPr>
            <p:ph type="sldNum" sz="quarter" idx="2"/>
          </p:nvPr>
        </p:nvSpPr>
        <p:spPr>
          <a:xfrm>
            <a:off x="8490412" y="4783454"/>
            <a:ext cx="196292" cy="18587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>
              <a:defRPr sz="13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, &amp; Photo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54;p13"/>
          <p:cNvSpPr/>
          <p:nvPr/>
        </p:nvSpPr>
        <p:spPr>
          <a:xfrm>
            <a:off x="8257030" y="4727447"/>
            <a:ext cx="788702" cy="31560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5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pic>
        <p:nvPicPr>
          <p:cNvPr id="182" name="Google Shape;55;p13" descr="Google Shape;55;p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508" y="4727447"/>
            <a:ext cx="1429406" cy="3154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83" name="Google Shape;56;p13" descr="Google Shape;56;p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983" y="4769758"/>
            <a:ext cx="982217" cy="23084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84" name="Title Text"/>
          <p:cNvSpPr txBox="1"/>
          <p:nvPr>
            <p:ph type="title" hasCustomPrompt="1"/>
          </p:nvPr>
        </p:nvSpPr>
        <p:spPr>
          <a:xfrm>
            <a:off x="343494" y="191096"/>
            <a:ext cx="8457003" cy="468901"/>
          </a:xfrm>
          <a:prstGeom prst="rect">
            <a:avLst/>
          </a:prstGeom>
        </p:spPr>
        <p:txBody>
          <a:bodyPr lIns="0" tIns="0" rIns="0" bIns="0"/>
          <a:lstStyle>
            <a:lvl1pPr>
              <a:defRPr sz="4800" b="1">
                <a:solidFill>
                  <a:srgbClr val="5E90E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Title Text</a:t>
            </a:r>
          </a:p>
        </p:txBody>
      </p:sp>
      <p:sp>
        <p:nvSpPr>
          <p:cNvPr id="185" name="Google Shape;92;p20"/>
          <p:cNvSpPr/>
          <p:nvPr>
            <p:ph type="pic" sz="half" idx="21"/>
          </p:nvPr>
        </p:nvSpPr>
        <p:spPr>
          <a:xfrm>
            <a:off x="4999863" y="554421"/>
            <a:ext cx="3578100" cy="4290301"/>
          </a:xfrm>
          <a:prstGeom prst="rect">
            <a:avLst/>
          </a:prstGeom>
          <a:ln w="9525">
            <a:solidFill>
              <a:srgbClr val="000000"/>
            </a:solidFill>
            <a:round/>
          </a:ln>
        </p:spPr>
        <p:txBody>
          <a:bodyPr lIns="91439" tIns="45719" rIns="91439" bIns="45719">
            <a:noAutofit/>
          </a:bodyPr>
          <a:lstStyle/>
          <a:p/>
        </p:txBody>
      </p:sp>
      <p:sp>
        <p:nvSpPr>
          <p:cNvPr id="186" name="Body Level One…"/>
          <p:cNvSpPr txBox="1"/>
          <p:nvPr>
            <p:ph type="body" sz="half" idx="1" hasCustomPrompt="1"/>
          </p:nvPr>
        </p:nvSpPr>
        <p:spPr>
          <a:xfrm>
            <a:off x="513587" y="707064"/>
            <a:ext cx="4015200" cy="4131601"/>
          </a:xfrm>
          <a:prstGeom prst="rect">
            <a:avLst/>
          </a:prstGeom>
        </p:spPr>
        <p:txBody>
          <a:bodyPr lIns="0" tIns="0" rIns="0" bIns="0"/>
          <a:lstStyle>
            <a:lvl1pPr indent="-375920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SzPts val="2300"/>
              <a:buFont typeface="Helvetica"/>
              <a:buChar char="‣"/>
              <a:defRPr sz="2300">
                <a:solidFill>
                  <a:srgbClr val="53535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indent="-339090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SzPts val="2300"/>
              <a:buFont typeface="Helvetica"/>
              <a:buChar char="•"/>
              <a:defRPr sz="2300">
                <a:solidFill>
                  <a:srgbClr val="53535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indent="-339090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SzPts val="2300"/>
              <a:buFont typeface="Helvetica"/>
              <a:buChar char="•"/>
              <a:defRPr sz="2300">
                <a:solidFill>
                  <a:srgbClr val="53535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indent="-339090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SzPts val="2300"/>
              <a:buFont typeface="Helvetica"/>
              <a:buChar char="๏"/>
              <a:defRPr sz="2300">
                <a:solidFill>
                  <a:srgbClr val="53535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indent="-339090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SzPts val="2300"/>
              <a:buFont typeface="Helvetica"/>
              <a:buChar char="๏"/>
              <a:defRPr sz="2300">
                <a:solidFill>
                  <a:srgbClr val="535353"/>
                </a:solidFill>
                <a:latin typeface="Nunito"/>
                <a:ea typeface="Nunito"/>
                <a:cs typeface="Nunito"/>
                <a:sym typeface="Nunito"/>
              </a:defRPr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187" name="Slide Number"/>
          <p:cNvSpPr txBox="1"/>
          <p:nvPr>
            <p:ph type="sldNum" sz="quarter" idx="2"/>
          </p:nvPr>
        </p:nvSpPr>
        <p:spPr>
          <a:xfrm>
            <a:off x="4539764" y="4781550"/>
            <a:ext cx="269987" cy="265621"/>
          </a:xfrm>
          <a:prstGeom prst="rect">
            <a:avLst/>
          </a:prstGeom>
        </p:spPr>
        <p:txBody>
          <a:bodyPr lIns="64275" tIns="64275" rIns="64275" bIns="64275" anchor="t">
            <a:spAutoFit/>
          </a:bodyPr>
          <a:lstStyle>
            <a:lvl1pPr>
              <a:defRPr>
                <a:solidFill>
                  <a:srgbClr val="A7A7A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54;p13"/>
          <p:cNvSpPr/>
          <p:nvPr/>
        </p:nvSpPr>
        <p:spPr>
          <a:xfrm>
            <a:off x="8257030" y="4727447"/>
            <a:ext cx="788702" cy="31560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5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pic>
        <p:nvPicPr>
          <p:cNvPr id="195" name="Google Shape;55;p13" descr="Google Shape;55;p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508" y="4727447"/>
            <a:ext cx="1429406" cy="3154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96" name="Google Shape;56;p13" descr="Google Shape;56;p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983" y="4769758"/>
            <a:ext cx="982217" cy="23084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97" name="Slide Number"/>
          <p:cNvSpPr txBox="1"/>
          <p:nvPr>
            <p:ph type="sldNum" sz="quarter" idx="2"/>
          </p:nvPr>
        </p:nvSpPr>
        <p:spPr>
          <a:xfrm>
            <a:off x="8490412" y="4783454"/>
            <a:ext cx="196292" cy="18587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>
              <a:defRPr sz="13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54;p13"/>
          <p:cNvSpPr/>
          <p:nvPr/>
        </p:nvSpPr>
        <p:spPr>
          <a:xfrm>
            <a:off x="8257030" y="4727447"/>
            <a:ext cx="788702" cy="31560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5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pic>
        <p:nvPicPr>
          <p:cNvPr id="205" name="Google Shape;55;p13" descr="Google Shape;55;p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508" y="4727447"/>
            <a:ext cx="1429406" cy="3154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206" name="Google Shape;56;p13" descr="Google Shape;56;p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983" y="4769758"/>
            <a:ext cx="982217" cy="23084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07" name="Title Text"/>
          <p:cNvSpPr txBox="1"/>
          <p:nvPr>
            <p:ph type="title" hasCustomPrompt="1"/>
          </p:nvPr>
        </p:nvSpPr>
        <p:spPr>
          <a:xfrm>
            <a:off x="1004150" y="1751764"/>
            <a:ext cx="7136701" cy="1022401"/>
          </a:xfrm>
          <a:prstGeom prst="rect">
            <a:avLst/>
          </a:prstGeom>
        </p:spPr>
        <p:txBody>
          <a:bodyPr anchor="b"/>
          <a:lstStyle>
            <a:lvl1pPr algn="ctr">
              <a:defRPr sz="5400" b="1">
                <a:solidFill>
                  <a:srgbClr val="5E90E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Title Text</a:t>
            </a:r>
          </a:p>
        </p:txBody>
      </p:sp>
      <p:sp>
        <p:nvSpPr>
          <p:cNvPr id="208" name="Body Level One…"/>
          <p:cNvSpPr txBox="1"/>
          <p:nvPr>
            <p:ph type="body" sz="quarter" idx="1" hasCustomPrompt="1"/>
          </p:nvPr>
        </p:nvSpPr>
        <p:spPr>
          <a:xfrm>
            <a:off x="2137224" y="2850039"/>
            <a:ext cx="4870502" cy="792602"/>
          </a:xfrm>
          <a:prstGeom prst="rect">
            <a:avLst/>
          </a:prstGeom>
        </p:spPr>
        <p:txBody>
          <a:bodyPr/>
          <a:lstStyle>
            <a:lvl1pPr marL="228600" indent="-114300" algn="ctr">
              <a:lnSpc>
                <a:spcPct val="100000"/>
              </a:lnSpc>
              <a:buClrTx/>
              <a:buSzTx/>
              <a:buFontTx/>
              <a:buNone/>
              <a:defRPr sz="2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228600" indent="114300" algn="ctr">
              <a:lnSpc>
                <a:spcPct val="100000"/>
              </a:lnSpc>
              <a:buClrTx/>
              <a:buSzTx/>
              <a:buFontTx/>
              <a:buNone/>
              <a:defRPr sz="2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228600" indent="114300" algn="ctr">
              <a:lnSpc>
                <a:spcPct val="100000"/>
              </a:lnSpc>
              <a:buClrTx/>
              <a:buSzTx/>
              <a:buFontTx/>
              <a:buNone/>
              <a:defRPr sz="2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228600" indent="114300" algn="ctr">
              <a:lnSpc>
                <a:spcPct val="100000"/>
              </a:lnSpc>
              <a:buClrTx/>
              <a:buSzTx/>
              <a:buFontTx/>
              <a:buNone/>
              <a:defRPr sz="2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" indent="114300" algn="ctr">
              <a:lnSpc>
                <a:spcPct val="100000"/>
              </a:lnSpc>
              <a:buClrTx/>
              <a:buSzTx/>
              <a:buFontTx/>
              <a:buNone/>
              <a:defRPr sz="2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209" name="Slide Number"/>
          <p:cNvSpPr txBox="1"/>
          <p:nvPr>
            <p:ph type="sldNum" sz="quarter" idx="2"/>
          </p:nvPr>
        </p:nvSpPr>
        <p:spPr>
          <a:xfrm>
            <a:off x="8696874" y="4700057"/>
            <a:ext cx="324285" cy="3199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A7A7A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54;p13"/>
          <p:cNvSpPr/>
          <p:nvPr/>
        </p:nvSpPr>
        <p:spPr>
          <a:xfrm>
            <a:off x="8257030" y="4727447"/>
            <a:ext cx="788702" cy="31560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5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pic>
        <p:nvPicPr>
          <p:cNvPr id="217" name="Google Shape;55;p13" descr="Google Shape;55;p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508" y="4727447"/>
            <a:ext cx="1429406" cy="3154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218" name="Google Shape;56;p13" descr="Google Shape;56;p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983" y="4769758"/>
            <a:ext cx="982217" cy="23084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19" name="Title Text"/>
          <p:cNvSpPr txBox="1"/>
          <p:nvPr>
            <p:ph type="title" hasCustomPrompt="1"/>
          </p:nvPr>
        </p:nvSpPr>
        <p:spPr>
          <a:xfrm>
            <a:off x="311698" y="814799"/>
            <a:ext cx="8571303" cy="942002"/>
          </a:xfrm>
          <a:prstGeom prst="rect">
            <a:avLst/>
          </a:prstGeom>
        </p:spPr>
        <p:txBody>
          <a:bodyPr anchor="ctr"/>
          <a:lstStyle>
            <a:lvl1pPr algn="ctr">
              <a:defRPr sz="4800" b="1">
                <a:solidFill>
                  <a:srgbClr val="5E90E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Title Text</a:t>
            </a:r>
          </a:p>
        </p:txBody>
      </p:sp>
      <p:sp>
        <p:nvSpPr>
          <p:cNvPr id="220" name="Slide Number"/>
          <p:cNvSpPr txBox="1"/>
          <p:nvPr>
            <p:ph type="sldNum" sz="quarter" idx="2"/>
          </p:nvPr>
        </p:nvSpPr>
        <p:spPr>
          <a:xfrm>
            <a:off x="8696874" y="4700057"/>
            <a:ext cx="324285" cy="3199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Title Text"/>
          <p:cNvSpPr txBox="1"/>
          <p:nvPr>
            <p:ph type="title" hasCustomPrompt="1"/>
          </p:nvPr>
        </p:nvSpPr>
        <p:spPr>
          <a:xfrm>
            <a:off x="311708" y="744573"/>
            <a:ext cx="8520601" cy="2052603"/>
          </a:xfrm>
          <a:prstGeom prst="rect">
            <a:avLst/>
          </a:prstGeom>
        </p:spPr>
        <p:txBody>
          <a:bodyPr anchor="b"/>
          <a:lstStyle>
            <a:lvl1pPr algn="ctr">
              <a:defRPr sz="5200"/>
            </a:lvl1pPr>
          </a:lstStyle>
          <a:p>
            <a:r>
              <a:t>Title Text</a:t>
            </a:r>
          </a:p>
        </p:txBody>
      </p:sp>
      <p:sp>
        <p:nvSpPr>
          <p:cNvPr id="228" name="Body Level One…"/>
          <p:cNvSpPr txBox="1"/>
          <p:nvPr>
            <p:ph type="body" sz="quarter" idx="1" hasCustomPrompt="1"/>
          </p:nvPr>
        </p:nvSpPr>
        <p:spPr>
          <a:xfrm>
            <a:off x="311698" y="2834125"/>
            <a:ext cx="8520603" cy="792602"/>
          </a:xfrm>
          <a:prstGeom prst="rect">
            <a:avLst/>
          </a:prstGeom>
        </p:spPr>
        <p:txBody>
          <a:bodyPr/>
          <a:lstStyle>
            <a:lvl1pPr marL="228600" indent="-114300" algn="ctr">
              <a:lnSpc>
                <a:spcPct val="100000"/>
              </a:lnSpc>
              <a:buClrTx/>
              <a:buSzTx/>
              <a:buFontTx/>
              <a:buNone/>
              <a:defRPr sz="2800"/>
            </a:lvl1pPr>
            <a:lvl2pPr marL="228600" indent="114300" algn="ctr">
              <a:lnSpc>
                <a:spcPct val="100000"/>
              </a:lnSpc>
              <a:buClrTx/>
              <a:buSzTx/>
              <a:buFontTx/>
              <a:buNone/>
              <a:defRPr sz="2800"/>
            </a:lvl2pPr>
            <a:lvl3pPr marL="228600" indent="114300" algn="ctr">
              <a:lnSpc>
                <a:spcPct val="100000"/>
              </a:lnSpc>
              <a:buClrTx/>
              <a:buSzTx/>
              <a:buFontTx/>
              <a:buNone/>
              <a:defRPr sz="2800"/>
            </a:lvl3pPr>
            <a:lvl4pPr marL="228600" indent="114300" algn="ctr">
              <a:lnSpc>
                <a:spcPct val="100000"/>
              </a:lnSpc>
              <a:buClrTx/>
              <a:buSzTx/>
              <a:buFontTx/>
              <a:buNone/>
              <a:defRPr sz="2800"/>
            </a:lvl4pPr>
            <a:lvl5pPr marL="228600" indent="114300" algn="ctr">
              <a:lnSpc>
                <a:spcPct val="100000"/>
              </a:lnSpc>
              <a:buClrTx/>
              <a:buSzTx/>
              <a:buFontTx/>
              <a:buNone/>
              <a:defRPr sz="2800"/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22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Title Text"/>
          <p:cNvSpPr txBox="1"/>
          <p:nvPr>
            <p:ph type="title" hasCustomPrompt="1"/>
          </p:nvPr>
        </p:nvSpPr>
        <p:spPr>
          <a:xfrm>
            <a:off x="311698" y="2150848"/>
            <a:ext cx="8520603" cy="841802"/>
          </a:xfrm>
          <a:prstGeom prst="rect">
            <a:avLst/>
          </a:prstGeom>
        </p:spPr>
        <p:txBody>
          <a:bodyPr anchor="ctr"/>
          <a:lstStyle>
            <a:lvl1pPr algn="ctr">
              <a:defRPr sz="3600"/>
            </a:lvl1pPr>
          </a:lstStyle>
          <a:p>
            <a:r>
              <a:t>Title Text</a:t>
            </a:r>
          </a:p>
        </p:txBody>
      </p:sp>
      <p:sp>
        <p:nvSpPr>
          <p:cNvPr id="23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Title Text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45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24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Title Text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54" name="Body Level One…"/>
          <p:cNvSpPr txBox="1"/>
          <p:nvPr>
            <p:ph type="body" sz="half" idx="1" hasCustomPrompt="1"/>
          </p:nvPr>
        </p:nvSpPr>
        <p:spPr>
          <a:xfrm>
            <a:off x="311698" y="1152475"/>
            <a:ext cx="3999903" cy="3416400"/>
          </a:xfrm>
          <a:prstGeom prst="rect">
            <a:avLst/>
          </a:prstGeom>
        </p:spPr>
        <p:txBody>
          <a:bodyPr/>
          <a:lstStyle>
            <a:lvl1pPr indent="-317500">
              <a:buSzPts val="1400"/>
              <a:defRPr sz="1400"/>
            </a:lvl1pPr>
            <a:lvl2pPr marL="965200" indent="-355600">
              <a:buSzPts val="1400"/>
              <a:defRPr sz="1400"/>
            </a:lvl2pPr>
            <a:lvl3pPr marL="1422400" indent="-355600">
              <a:buSzPts val="1400"/>
              <a:defRPr sz="1400"/>
            </a:lvl3pPr>
            <a:lvl4pPr marL="1879600" indent="-355600">
              <a:buSzPts val="1400"/>
              <a:defRPr sz="1400"/>
            </a:lvl4pPr>
            <a:lvl5pPr marL="2336800" indent="-355600">
              <a:buSzPts val="1400"/>
              <a:defRPr sz="1400"/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255" name="Google Shape;23;p5"/>
          <p:cNvSpPr txBox="1"/>
          <p:nvPr>
            <p:ph type="body" sz="half" idx="21"/>
          </p:nvPr>
        </p:nvSpPr>
        <p:spPr>
          <a:xfrm>
            <a:off x="4832398" y="1152475"/>
            <a:ext cx="3999903" cy="34164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25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Title Text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Title Text"/>
          <p:cNvSpPr txBox="1"/>
          <p:nvPr>
            <p:ph type="title" hasCustomPrompt="1"/>
          </p:nvPr>
        </p:nvSpPr>
        <p:spPr>
          <a:xfrm>
            <a:off x="311698" y="555600"/>
            <a:ext cx="2808003" cy="7557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t>Title Text</a:t>
            </a:r>
          </a:p>
        </p:txBody>
      </p:sp>
      <p:sp>
        <p:nvSpPr>
          <p:cNvPr id="272" name="Body Level One…"/>
          <p:cNvSpPr txBox="1"/>
          <p:nvPr>
            <p:ph type="body" sz="quarter" idx="1" hasCustomPrompt="1"/>
          </p:nvPr>
        </p:nvSpPr>
        <p:spPr>
          <a:xfrm>
            <a:off x="311698" y="1389598"/>
            <a:ext cx="2808003" cy="3179403"/>
          </a:xfrm>
          <a:prstGeom prst="rect">
            <a:avLst/>
          </a:prstGeom>
        </p:spPr>
        <p:txBody>
          <a:bodyPr/>
          <a:lstStyle>
            <a:lvl1pPr indent="-304800">
              <a:buSzPts val="1200"/>
              <a:defRPr sz="1200"/>
            </a:lvl1pPr>
            <a:lvl2pPr marL="914400" indent="-304800">
              <a:buSzPts val="1200"/>
              <a:defRPr sz="1200"/>
            </a:lvl2pPr>
            <a:lvl3pPr marL="1371600" indent="-304800">
              <a:buSzPts val="1200"/>
              <a:defRPr sz="1200"/>
            </a:lvl3pPr>
            <a:lvl4pPr marL="1828800" indent="-304800">
              <a:buSzPts val="1200"/>
              <a:defRPr sz="1200"/>
            </a:lvl4pPr>
            <a:lvl5pPr marL="2286000" indent="-304800">
              <a:buSzPts val="1200"/>
              <a:defRPr sz="1200"/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27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Title Text"/>
          <p:cNvSpPr txBox="1"/>
          <p:nvPr>
            <p:ph type="title" hasCustomPrompt="1"/>
          </p:nvPr>
        </p:nvSpPr>
        <p:spPr>
          <a:xfrm>
            <a:off x="490250" y="450148"/>
            <a:ext cx="6367801" cy="4090803"/>
          </a:xfrm>
          <a:prstGeom prst="rect">
            <a:avLst/>
          </a:prstGeom>
        </p:spPr>
        <p:txBody>
          <a:bodyPr anchor="ctr"/>
          <a:lstStyle>
            <a:lvl1pPr>
              <a:defRPr sz="4800"/>
            </a:lvl1pPr>
          </a:lstStyle>
          <a:p>
            <a:r>
              <a:t>Title Text</a:t>
            </a:r>
          </a:p>
        </p:txBody>
      </p:sp>
      <p:sp>
        <p:nvSpPr>
          <p:cNvPr id="28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36;p9"/>
          <p:cNvSpPr/>
          <p:nvPr/>
        </p:nvSpPr>
        <p:spPr>
          <a:xfrm>
            <a:off x="4572000" y="-126"/>
            <a:ext cx="4572000" cy="5143503"/>
          </a:xfrm>
          <a:prstGeom prst="rect">
            <a:avLst/>
          </a:prstGeom>
          <a:solidFill>
            <a:srgbClr val="EEEEEE"/>
          </a:solidFill>
          <a:ln w="12700">
            <a:miter lim="400000"/>
          </a:ln>
        </p:spPr>
        <p:txBody>
          <a:bodyPr lIns="0" tIns="0" rIns="0" bIns="0" anchor="ctr"/>
          <a:lstStyle/>
          <a:p/>
        </p:txBody>
      </p:sp>
      <p:sp>
        <p:nvSpPr>
          <p:cNvPr id="289" name="Title Text"/>
          <p:cNvSpPr txBox="1"/>
          <p:nvPr>
            <p:ph type="title" hasCustomPrompt="1"/>
          </p:nvPr>
        </p:nvSpPr>
        <p:spPr>
          <a:xfrm>
            <a:off x="265500" y="1233175"/>
            <a:ext cx="4045200" cy="1482302"/>
          </a:xfrm>
          <a:prstGeom prst="rect">
            <a:avLst/>
          </a:prstGeom>
        </p:spPr>
        <p:txBody>
          <a:bodyPr anchor="b"/>
          <a:lstStyle>
            <a:lvl1pPr algn="ctr">
              <a:defRPr sz="4200"/>
            </a:lvl1pPr>
          </a:lstStyle>
          <a:p>
            <a:r>
              <a:t>Title Text</a:t>
            </a:r>
          </a:p>
        </p:txBody>
      </p:sp>
      <p:sp>
        <p:nvSpPr>
          <p:cNvPr id="290" name="Body Level One…"/>
          <p:cNvSpPr txBox="1"/>
          <p:nvPr>
            <p:ph type="body" sz="quarter" idx="1" hasCustomPrompt="1"/>
          </p:nvPr>
        </p:nvSpPr>
        <p:spPr>
          <a:xfrm>
            <a:off x="265500" y="2803075"/>
            <a:ext cx="4045200" cy="1235101"/>
          </a:xfrm>
          <a:prstGeom prst="rect">
            <a:avLst/>
          </a:prstGeom>
        </p:spPr>
        <p:txBody>
          <a:bodyPr/>
          <a:lstStyle>
            <a:lvl1pPr marL="228600" indent="-114300" algn="ctr">
              <a:lnSpc>
                <a:spcPct val="100000"/>
              </a:lnSpc>
              <a:buClrTx/>
              <a:buSzTx/>
              <a:buFontTx/>
              <a:buNone/>
              <a:defRPr sz="2100"/>
            </a:lvl1pPr>
            <a:lvl2pPr marL="228600" indent="114300" algn="ctr">
              <a:lnSpc>
                <a:spcPct val="100000"/>
              </a:lnSpc>
              <a:buClrTx/>
              <a:buSzTx/>
              <a:buFontTx/>
              <a:buNone/>
              <a:defRPr sz="2100"/>
            </a:lvl2pPr>
            <a:lvl3pPr marL="228600" indent="114300" algn="ctr">
              <a:lnSpc>
                <a:spcPct val="100000"/>
              </a:lnSpc>
              <a:buClrTx/>
              <a:buSzTx/>
              <a:buFontTx/>
              <a:buNone/>
              <a:defRPr sz="2100"/>
            </a:lvl3pPr>
            <a:lvl4pPr marL="228600" indent="114300" algn="ctr">
              <a:lnSpc>
                <a:spcPct val="100000"/>
              </a:lnSpc>
              <a:buClrTx/>
              <a:buSzTx/>
              <a:buFontTx/>
              <a:buNone/>
              <a:defRPr sz="2100"/>
            </a:lvl4pPr>
            <a:lvl5pPr marL="228600" indent="114300" algn="ctr">
              <a:lnSpc>
                <a:spcPct val="100000"/>
              </a:lnSpc>
              <a:buClrTx/>
              <a:buSzTx/>
              <a:buFontTx/>
              <a:buNone/>
              <a:defRPr sz="2100"/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291" name="Google Shape;39;p9"/>
          <p:cNvSpPr txBox="1"/>
          <p:nvPr>
            <p:ph type="body" sz="half" idx="21"/>
          </p:nvPr>
        </p:nvSpPr>
        <p:spPr>
          <a:xfrm>
            <a:off x="4939500" y="724074"/>
            <a:ext cx="3837000" cy="3695103"/>
          </a:xfrm>
          <a:prstGeom prst="rect">
            <a:avLst/>
          </a:prstGeom>
        </p:spPr>
        <p:txBody>
          <a:bodyPr anchor="ctr"/>
          <a:lstStyle/>
          <a:p/>
        </p:txBody>
      </p:sp>
      <p:sp>
        <p:nvSpPr>
          <p:cNvPr id="29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Body Level One…"/>
          <p:cNvSpPr txBox="1"/>
          <p:nvPr>
            <p:ph type="body" sz="quarter" idx="1" hasCustomPrompt="1"/>
          </p:nvPr>
        </p:nvSpPr>
        <p:spPr>
          <a:xfrm>
            <a:off x="311698" y="4230575"/>
            <a:ext cx="5998804" cy="605102"/>
          </a:xfrm>
          <a:prstGeom prst="rect">
            <a:avLst/>
          </a:prstGeom>
        </p:spPr>
        <p:txBody>
          <a:bodyPr anchor="ctr"/>
          <a:lstStyle>
            <a:lvl1pPr marL="0" indent="228600">
              <a:lnSpc>
                <a:spcPct val="100000"/>
              </a:lnSpc>
              <a:buClrTx/>
              <a:buSzTx/>
              <a:buFontTx/>
              <a:buNone/>
            </a:lvl1pPr>
            <a:lvl2pPr>
              <a:lnSpc>
                <a:spcPct val="100000"/>
              </a:lnSpc>
              <a:buClrTx/>
              <a:buFontTx/>
            </a:lvl2pPr>
            <a:lvl3pPr>
              <a:lnSpc>
                <a:spcPct val="100000"/>
              </a:lnSpc>
              <a:buClrTx/>
              <a:buFontTx/>
            </a:lvl3pPr>
            <a:lvl4pPr>
              <a:lnSpc>
                <a:spcPct val="100000"/>
              </a:lnSpc>
              <a:buClrTx/>
              <a:buFontTx/>
            </a:lvl4pPr>
            <a:lvl5pPr>
              <a:lnSpc>
                <a:spcPct val="100000"/>
              </a:lnSpc>
              <a:buClrTx/>
              <a:buFontTx/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30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xx%"/>
          <p:cNvSpPr txBox="1"/>
          <p:nvPr>
            <p:ph type="title" hasCustomPrompt="1"/>
          </p:nvPr>
        </p:nvSpPr>
        <p:spPr>
          <a:xfrm>
            <a:off x="311698" y="1106125"/>
            <a:ext cx="8520603" cy="1963500"/>
          </a:xfrm>
          <a:prstGeom prst="rect">
            <a:avLst/>
          </a:prstGeom>
        </p:spPr>
        <p:txBody>
          <a:bodyPr anchor="b"/>
          <a:lstStyle>
            <a:lvl1pPr algn="ctr">
              <a:defRPr sz="12000"/>
            </a:lvl1pPr>
          </a:lstStyle>
          <a:p>
            <a:r>
              <a:t>xx%</a:t>
            </a:r>
          </a:p>
        </p:txBody>
      </p:sp>
      <p:sp>
        <p:nvSpPr>
          <p:cNvPr id="308" name="Body Level One…"/>
          <p:cNvSpPr txBox="1"/>
          <p:nvPr>
            <p:ph type="body" sz="half" idx="1" hasCustomPrompt="1"/>
          </p:nvPr>
        </p:nvSpPr>
        <p:spPr>
          <a:xfrm>
            <a:off x="311698" y="3152225"/>
            <a:ext cx="8520603" cy="1300800"/>
          </a:xfrm>
          <a:prstGeom prst="rect">
            <a:avLst/>
          </a:prstGeom>
        </p:spPr>
        <p:txBody>
          <a:bodyPr/>
          <a:lstStyle>
            <a:lvl1pPr algn="ctr"/>
            <a:lvl2pPr algn="ctr"/>
            <a:lvl3pPr algn="ctr"/>
            <a:lvl4pPr algn="ctr"/>
            <a:lvl5pPr algn="ctr"/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30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58;p14"/>
          <p:cNvSpPr/>
          <p:nvPr/>
        </p:nvSpPr>
        <p:spPr>
          <a:xfrm>
            <a:off x="-20437" y="1710258"/>
            <a:ext cx="9265802" cy="2201700"/>
          </a:xfrm>
          <a:prstGeom prst="rect">
            <a:avLst/>
          </a:prstGeom>
          <a:solidFill>
            <a:srgbClr val="E7E6E6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sp>
        <p:nvSpPr>
          <p:cNvPr id="324" name="Title Text"/>
          <p:cNvSpPr txBox="1"/>
          <p:nvPr>
            <p:ph type="title" hasCustomPrompt="1"/>
          </p:nvPr>
        </p:nvSpPr>
        <p:spPr>
          <a:xfrm>
            <a:off x="4316803" y="1797455"/>
            <a:ext cx="4704902" cy="1014302"/>
          </a:xfrm>
          <a:prstGeom prst="rect">
            <a:avLst/>
          </a:prstGeom>
        </p:spPr>
        <p:txBody>
          <a:bodyPr lIns="0" tIns="0" rIns="0" bIns="0"/>
          <a:lstStyle>
            <a:lvl1pPr>
              <a:defRPr sz="4800" b="1">
                <a:solidFill>
                  <a:srgbClr val="5E90E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Title Text</a:t>
            </a:r>
          </a:p>
        </p:txBody>
      </p:sp>
      <p:sp>
        <p:nvSpPr>
          <p:cNvPr id="325" name="Body Level One…"/>
          <p:cNvSpPr txBox="1"/>
          <p:nvPr>
            <p:ph type="body" sz="quarter" idx="1" hasCustomPrompt="1"/>
          </p:nvPr>
        </p:nvSpPr>
        <p:spPr>
          <a:xfrm>
            <a:off x="4391025" y="2537460"/>
            <a:ext cx="4556701" cy="1285802"/>
          </a:xfrm>
          <a:prstGeom prst="rect">
            <a:avLst/>
          </a:prstGeom>
        </p:spPr>
        <p:txBody>
          <a:bodyPr lIns="0" tIns="0" rIns="0" bIns="0"/>
          <a:lstStyle>
            <a:lvl1pPr marL="0" indent="228600">
              <a:lnSpc>
                <a:spcPct val="100000"/>
              </a:lnSpc>
              <a:spcBef>
                <a:spcPts val="1200"/>
              </a:spcBef>
              <a:buClrTx/>
              <a:buSzTx/>
              <a:buFontTx/>
              <a:buNone/>
              <a:defRPr sz="2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indent="228600">
              <a:lnSpc>
                <a:spcPct val="100000"/>
              </a:lnSpc>
              <a:spcBef>
                <a:spcPts val="1200"/>
              </a:spcBef>
              <a:buClrTx/>
              <a:buSzTx/>
              <a:buFontTx/>
              <a:buNone/>
              <a:defRPr sz="2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indent="228600">
              <a:lnSpc>
                <a:spcPct val="100000"/>
              </a:lnSpc>
              <a:spcBef>
                <a:spcPts val="1200"/>
              </a:spcBef>
              <a:buClrTx/>
              <a:buSzTx/>
              <a:buFontTx/>
              <a:buNone/>
              <a:defRPr sz="2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indent="228600">
              <a:lnSpc>
                <a:spcPct val="100000"/>
              </a:lnSpc>
              <a:spcBef>
                <a:spcPts val="1200"/>
              </a:spcBef>
              <a:buClrTx/>
              <a:buSzTx/>
              <a:buFontTx/>
              <a:buNone/>
              <a:defRPr sz="2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indent="228600">
              <a:lnSpc>
                <a:spcPct val="100000"/>
              </a:lnSpc>
              <a:spcBef>
                <a:spcPts val="1200"/>
              </a:spcBef>
              <a:buClrTx/>
              <a:buSzTx/>
              <a:buFontTx/>
              <a:buNone/>
              <a:defRPr sz="2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pic>
        <p:nvPicPr>
          <p:cNvPr id="326" name="Google Shape;61;p14" descr="Google Shape;61;p14"/>
          <p:cNvPicPr>
            <a:picLocks noChangeAspect="1"/>
          </p:cNvPicPr>
          <p:nvPr/>
        </p:nvPicPr>
        <p:blipFill>
          <a:blip r:embed="rId3"/>
          <a:srcRect l="4387" t="12167" r="4396" b="12167"/>
          <a:stretch>
            <a:fillRect/>
          </a:stretch>
        </p:blipFill>
        <p:spPr>
          <a:xfrm>
            <a:off x="367418" y="1955562"/>
            <a:ext cx="3002391" cy="115526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27" name="Google Shape;62;p14"/>
          <p:cNvSpPr txBox="1"/>
          <p:nvPr>
            <p:ph type="body" sz="quarter" idx="21"/>
          </p:nvPr>
        </p:nvSpPr>
        <p:spPr>
          <a:xfrm>
            <a:off x="2614611" y="4751508"/>
            <a:ext cx="4353003" cy="172802"/>
          </a:xfrm>
          <a:prstGeom prst="rect">
            <a:avLst/>
          </a:prstGeom>
        </p:spPr>
        <p:txBody>
          <a:bodyPr lIns="50800" tIns="50800" rIns="50800" bIns="50800" anchor="b"/>
          <a:lstStyle/>
          <a:p>
            <a:pPr marL="182880" indent="-137160" defTabSz="365760">
              <a:buSzPts val="700"/>
              <a:defRPr sz="720"/>
            </a:pPr>
          </a:p>
        </p:txBody>
      </p:sp>
      <p:pic>
        <p:nvPicPr>
          <p:cNvPr id="328" name="Google Shape;63;p14" descr="Google Shape;63;p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1173" y="3396979"/>
            <a:ext cx="1429406" cy="3154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29" name="Google Shape;64;p14" descr="Google Shape;64;p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4088" y="3439292"/>
            <a:ext cx="982217" cy="23084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30" name="Slide Number"/>
          <p:cNvSpPr txBox="1"/>
          <p:nvPr>
            <p:ph type="sldNum" sz="quarter" idx="2"/>
          </p:nvPr>
        </p:nvSpPr>
        <p:spPr>
          <a:xfrm>
            <a:off x="8490412" y="4783454"/>
            <a:ext cx="196292" cy="18587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>
              <a:defRPr sz="13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54;p13"/>
          <p:cNvSpPr/>
          <p:nvPr/>
        </p:nvSpPr>
        <p:spPr>
          <a:xfrm>
            <a:off x="8257030" y="4727447"/>
            <a:ext cx="788702" cy="31560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pic>
        <p:nvPicPr>
          <p:cNvPr id="338" name="Google Shape;55;p13" descr="Google Shape;55;p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508" y="4727447"/>
            <a:ext cx="1429406" cy="3154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39" name="Google Shape;56;p13" descr="Google Shape;56;p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983" y="4769758"/>
            <a:ext cx="982217" cy="23084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40" name="Title Text"/>
          <p:cNvSpPr txBox="1"/>
          <p:nvPr>
            <p:ph type="title" hasCustomPrompt="1"/>
          </p:nvPr>
        </p:nvSpPr>
        <p:spPr>
          <a:xfrm>
            <a:off x="505420" y="86321"/>
            <a:ext cx="8043302" cy="480001"/>
          </a:xfrm>
          <a:prstGeom prst="rect">
            <a:avLst/>
          </a:prstGeom>
        </p:spPr>
        <p:txBody>
          <a:bodyPr lIns="0" tIns="0" rIns="0" bIns="0"/>
          <a:lstStyle>
            <a:lvl1pPr>
              <a:defRPr sz="4800" b="1">
                <a:solidFill>
                  <a:srgbClr val="5E90E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Title Text</a:t>
            </a:r>
          </a:p>
        </p:txBody>
      </p:sp>
      <p:sp>
        <p:nvSpPr>
          <p:cNvPr id="341" name="Body Level One…"/>
          <p:cNvSpPr txBox="1"/>
          <p:nvPr>
            <p:ph type="body" idx="1" hasCustomPrompt="1"/>
          </p:nvPr>
        </p:nvSpPr>
        <p:spPr>
          <a:xfrm>
            <a:off x="486372" y="1076599"/>
            <a:ext cx="8304301" cy="3792602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‣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indent="-314325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•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indent="-314325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-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indent="-314325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-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indent="-314325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-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342" name="Google Shape;70;p15"/>
          <p:cNvSpPr txBox="1"/>
          <p:nvPr>
            <p:ph type="body" sz="quarter" idx="21"/>
          </p:nvPr>
        </p:nvSpPr>
        <p:spPr>
          <a:xfrm>
            <a:off x="538945" y="615591"/>
            <a:ext cx="6713700" cy="252002"/>
          </a:xfrm>
          <a:prstGeom prst="rect">
            <a:avLst/>
          </a:prstGeom>
        </p:spPr>
        <p:txBody>
          <a:bodyPr lIns="50800" tIns="50800" rIns="50800" bIns="50800"/>
          <a:lstStyle/>
          <a:p>
            <a:pPr marL="292735" indent="-219710" defTabSz="585470">
              <a:buSzPts val="1100"/>
              <a:defRPr sz="1150"/>
            </a:pPr>
          </a:p>
        </p:txBody>
      </p:sp>
      <p:sp>
        <p:nvSpPr>
          <p:cNvPr id="343" name="Slide Number"/>
          <p:cNvSpPr txBox="1"/>
          <p:nvPr>
            <p:ph type="sldNum" sz="quarter" idx="2"/>
          </p:nvPr>
        </p:nvSpPr>
        <p:spPr>
          <a:xfrm>
            <a:off x="4539764" y="4781550"/>
            <a:ext cx="269987" cy="265621"/>
          </a:xfrm>
          <a:prstGeom prst="rect">
            <a:avLst/>
          </a:prstGeom>
        </p:spPr>
        <p:txBody>
          <a:bodyPr lIns="64275" tIns="64275" rIns="64275" bIns="64275" anchor="t">
            <a:spAutoFit/>
          </a:bodyPr>
          <a:lstStyle>
            <a:lvl1pPr>
              <a:defRPr>
                <a:solidFill>
                  <a:srgbClr val="A7A7A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72;p16"/>
          <p:cNvSpPr/>
          <p:nvPr/>
        </p:nvSpPr>
        <p:spPr>
          <a:xfrm>
            <a:off x="4561087" y="0"/>
            <a:ext cx="4581903" cy="5143500"/>
          </a:xfrm>
          <a:prstGeom prst="rect">
            <a:avLst/>
          </a:prstGeom>
          <a:solidFill>
            <a:srgbClr val="E7E6E6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sp>
        <p:nvSpPr>
          <p:cNvPr id="351" name="Title Text"/>
          <p:cNvSpPr txBox="1"/>
          <p:nvPr>
            <p:ph type="title" hasCustomPrompt="1"/>
          </p:nvPr>
        </p:nvSpPr>
        <p:spPr>
          <a:xfrm>
            <a:off x="367900" y="2136967"/>
            <a:ext cx="3987002" cy="869702"/>
          </a:xfrm>
          <a:prstGeom prst="rect">
            <a:avLst/>
          </a:prstGeom>
        </p:spPr>
        <p:txBody>
          <a:bodyPr lIns="0" tIns="0" rIns="0" bIns="0"/>
          <a:lstStyle>
            <a:lvl1pPr>
              <a:defRPr sz="4800" b="1">
                <a:solidFill>
                  <a:srgbClr val="5E90E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Title Text</a:t>
            </a:r>
          </a:p>
        </p:txBody>
      </p:sp>
      <p:sp>
        <p:nvSpPr>
          <p:cNvPr id="352" name="Google Shape;74;p16"/>
          <p:cNvSpPr txBox="1"/>
          <p:nvPr/>
        </p:nvSpPr>
        <p:spPr>
          <a:xfrm>
            <a:off x="5416108" y="3428515"/>
            <a:ext cx="3115802" cy="44314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 marR="3810" indent="5080" algn="ctr">
              <a:lnSpc>
                <a:spcPct val="115000"/>
              </a:lnSpc>
              <a:defRPr sz="15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t>The first all-in-one open source  software for autonomous driving</a:t>
            </a:r>
          </a:p>
        </p:txBody>
      </p:sp>
      <p:pic>
        <p:nvPicPr>
          <p:cNvPr id="353" name="Google Shape;75;p16" descr="Google Shape;75;p16"/>
          <p:cNvPicPr>
            <a:picLocks noChangeAspect="1"/>
          </p:cNvPicPr>
          <p:nvPr/>
        </p:nvPicPr>
        <p:blipFill>
          <a:blip r:embed="rId2"/>
          <a:srcRect l="4387" t="12167" r="4396" b="12167"/>
          <a:stretch>
            <a:fillRect/>
          </a:stretch>
        </p:blipFill>
        <p:spPr>
          <a:xfrm>
            <a:off x="5350809" y="1460262"/>
            <a:ext cx="3002385" cy="115526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54" name="Body Level One…"/>
          <p:cNvSpPr txBox="1"/>
          <p:nvPr>
            <p:ph type="body" sz="quarter" idx="1" hasCustomPrompt="1"/>
          </p:nvPr>
        </p:nvSpPr>
        <p:spPr>
          <a:xfrm>
            <a:off x="443695" y="3063517"/>
            <a:ext cx="4023001" cy="252002"/>
          </a:xfrm>
          <a:prstGeom prst="rect">
            <a:avLst/>
          </a:prstGeom>
        </p:spPr>
        <p:txBody>
          <a:bodyPr lIns="50800" tIns="50800" rIns="50800" bIns="50800"/>
          <a:lstStyle>
            <a:lvl1pPr marL="0" indent="228600">
              <a:lnSpc>
                <a:spcPct val="100000"/>
              </a:lnSpc>
              <a:buClrTx/>
              <a:buSzTx/>
              <a:buFontTx/>
              <a:buNone/>
              <a:defRPr sz="1300" b="1">
                <a:solidFill>
                  <a:srgbClr val="A9A9A9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826770" indent="-226695">
              <a:lnSpc>
                <a:spcPct val="100000"/>
              </a:lnSpc>
              <a:buClrTx/>
              <a:buSzPts val="1300"/>
              <a:buFontTx/>
              <a:buChar char="•"/>
              <a:defRPr sz="1300" b="1">
                <a:solidFill>
                  <a:srgbClr val="A9A9A9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283970" indent="-226695">
              <a:lnSpc>
                <a:spcPct val="100000"/>
              </a:lnSpc>
              <a:buClrTx/>
              <a:buSzPts val="1300"/>
              <a:buFontTx/>
              <a:buChar char="-"/>
              <a:defRPr sz="1300" b="1">
                <a:solidFill>
                  <a:srgbClr val="A9A9A9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741170" indent="-226695">
              <a:lnSpc>
                <a:spcPct val="100000"/>
              </a:lnSpc>
              <a:buClrTx/>
              <a:buSzPts val="1300"/>
              <a:buFontTx/>
              <a:buChar char="-"/>
              <a:defRPr sz="1300" b="1">
                <a:solidFill>
                  <a:srgbClr val="A9A9A9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198370" indent="-226695">
              <a:lnSpc>
                <a:spcPct val="100000"/>
              </a:lnSpc>
              <a:buClrTx/>
              <a:buSzPts val="1300"/>
              <a:buFontTx/>
              <a:buChar char="-"/>
              <a:defRPr sz="1300" b="1">
                <a:solidFill>
                  <a:srgbClr val="A9A9A9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355" name="Slide Number"/>
          <p:cNvSpPr txBox="1"/>
          <p:nvPr>
            <p:ph type="sldNum" sz="quarter" idx="2"/>
          </p:nvPr>
        </p:nvSpPr>
        <p:spPr>
          <a:xfrm>
            <a:off x="4473346" y="4782787"/>
            <a:ext cx="196293" cy="18587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>
              <a:defRPr sz="13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54;p13"/>
          <p:cNvSpPr/>
          <p:nvPr/>
        </p:nvSpPr>
        <p:spPr>
          <a:xfrm>
            <a:off x="8257030" y="4727447"/>
            <a:ext cx="788702" cy="31560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pic>
        <p:nvPicPr>
          <p:cNvPr id="363" name="Google Shape;55;p13" descr="Google Shape;55;p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508" y="4727447"/>
            <a:ext cx="1429406" cy="3154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64" name="Google Shape;56;p13" descr="Google Shape;56;p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983" y="4769758"/>
            <a:ext cx="982217" cy="23084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65" name="Title Text"/>
          <p:cNvSpPr txBox="1"/>
          <p:nvPr>
            <p:ph type="title" hasCustomPrompt="1"/>
          </p:nvPr>
        </p:nvSpPr>
        <p:spPr>
          <a:xfrm>
            <a:off x="581622" y="86321"/>
            <a:ext cx="6590101" cy="783000"/>
          </a:xfrm>
          <a:prstGeom prst="rect">
            <a:avLst/>
          </a:prstGeom>
        </p:spPr>
        <p:txBody>
          <a:bodyPr lIns="0" tIns="0" rIns="0" bIns="0"/>
          <a:lstStyle>
            <a:lvl1pPr>
              <a:defRPr sz="4800" b="1">
                <a:solidFill>
                  <a:srgbClr val="5E90E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Title Text</a:t>
            </a:r>
          </a:p>
        </p:txBody>
      </p:sp>
      <p:sp>
        <p:nvSpPr>
          <p:cNvPr id="366" name="Body Level One…"/>
          <p:cNvSpPr txBox="1"/>
          <p:nvPr>
            <p:ph type="body" idx="1" hasCustomPrompt="1"/>
          </p:nvPr>
        </p:nvSpPr>
        <p:spPr>
          <a:xfrm>
            <a:off x="486372" y="918208"/>
            <a:ext cx="8304301" cy="3951002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‣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indent="-314325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•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indent="-314325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-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indent="-314325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-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indent="-314325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-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367" name="Slide Number"/>
          <p:cNvSpPr txBox="1"/>
          <p:nvPr>
            <p:ph type="sldNum" sz="quarter" idx="2"/>
          </p:nvPr>
        </p:nvSpPr>
        <p:spPr>
          <a:xfrm>
            <a:off x="4539764" y="4781550"/>
            <a:ext cx="269987" cy="265621"/>
          </a:xfrm>
          <a:prstGeom prst="rect">
            <a:avLst/>
          </a:prstGeom>
        </p:spPr>
        <p:txBody>
          <a:bodyPr lIns="64275" tIns="64275" rIns="64275" bIns="64275" anchor="t">
            <a:spAutoFit/>
          </a:bodyPr>
          <a:lstStyle>
            <a:lvl1pPr>
              <a:defRPr>
                <a:solidFill>
                  <a:srgbClr val="A7A7A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54;p13"/>
          <p:cNvSpPr/>
          <p:nvPr/>
        </p:nvSpPr>
        <p:spPr>
          <a:xfrm>
            <a:off x="8257030" y="4727447"/>
            <a:ext cx="788702" cy="31560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pic>
        <p:nvPicPr>
          <p:cNvPr id="375" name="Google Shape;55;p13" descr="Google Shape;55;p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508" y="4727447"/>
            <a:ext cx="1429406" cy="3154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76" name="Google Shape;56;p13" descr="Google Shape;56;p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983" y="4769758"/>
            <a:ext cx="982217" cy="23084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77" name="Title Text"/>
          <p:cNvSpPr txBox="1"/>
          <p:nvPr>
            <p:ph type="title" hasCustomPrompt="1"/>
          </p:nvPr>
        </p:nvSpPr>
        <p:spPr>
          <a:xfrm>
            <a:off x="158351" y="-17907"/>
            <a:ext cx="6002700" cy="476400"/>
          </a:xfrm>
          <a:prstGeom prst="rect">
            <a:avLst/>
          </a:prstGeom>
        </p:spPr>
        <p:txBody>
          <a:bodyPr lIns="0" tIns="0" rIns="0" bIns="0"/>
          <a:lstStyle>
            <a:lvl1pPr>
              <a:defRPr sz="4800" b="1">
                <a:solidFill>
                  <a:srgbClr val="5E90E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Title Text</a:t>
            </a:r>
          </a:p>
        </p:txBody>
      </p:sp>
      <p:sp>
        <p:nvSpPr>
          <p:cNvPr id="378" name="Slide Number"/>
          <p:cNvSpPr txBox="1"/>
          <p:nvPr>
            <p:ph type="sldNum" sz="quarter" idx="2"/>
          </p:nvPr>
        </p:nvSpPr>
        <p:spPr>
          <a:xfrm>
            <a:off x="4515700" y="4782787"/>
            <a:ext cx="153925" cy="14884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>
              <a:defRPr>
                <a:solidFill>
                  <a:srgbClr val="A7A7A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54;p13"/>
          <p:cNvSpPr/>
          <p:nvPr/>
        </p:nvSpPr>
        <p:spPr>
          <a:xfrm>
            <a:off x="8257030" y="4727447"/>
            <a:ext cx="788702" cy="31560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pic>
        <p:nvPicPr>
          <p:cNvPr id="386" name="Google Shape;55;p13" descr="Google Shape;55;p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508" y="4727447"/>
            <a:ext cx="1429406" cy="3154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87" name="Google Shape;56;p13" descr="Google Shape;56;p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983" y="4769758"/>
            <a:ext cx="982217" cy="23084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88" name="Title Text"/>
          <p:cNvSpPr txBox="1"/>
          <p:nvPr>
            <p:ph type="title" hasCustomPrompt="1"/>
          </p:nvPr>
        </p:nvSpPr>
        <p:spPr>
          <a:xfrm>
            <a:off x="158351" y="-17907"/>
            <a:ext cx="6002700" cy="476400"/>
          </a:xfrm>
          <a:prstGeom prst="rect">
            <a:avLst/>
          </a:prstGeom>
        </p:spPr>
        <p:txBody>
          <a:bodyPr lIns="0" tIns="0" rIns="0" bIns="0"/>
          <a:lstStyle>
            <a:lvl1pPr>
              <a:defRPr sz="4800" b="1">
                <a:solidFill>
                  <a:srgbClr val="5E90E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Title Text</a:t>
            </a:r>
          </a:p>
        </p:txBody>
      </p:sp>
      <p:sp>
        <p:nvSpPr>
          <p:cNvPr id="389" name="Body Level One…"/>
          <p:cNvSpPr txBox="1"/>
          <p:nvPr>
            <p:ph type="body" sz="quarter" idx="1" hasCustomPrompt="1"/>
          </p:nvPr>
        </p:nvSpPr>
        <p:spPr>
          <a:xfrm>
            <a:off x="663099" y="464058"/>
            <a:ext cx="5497803" cy="476402"/>
          </a:xfrm>
          <a:prstGeom prst="rect">
            <a:avLst/>
          </a:prstGeom>
        </p:spPr>
        <p:txBody>
          <a:bodyPr lIns="0" tIns="0" rIns="0" bIns="0"/>
          <a:lstStyle>
            <a:lvl1pPr marL="0" indent="228600">
              <a:lnSpc>
                <a:spcPct val="100000"/>
              </a:lnSpc>
              <a:buClrTx/>
              <a:buSzTx/>
              <a:buFontTx/>
              <a:buNone/>
              <a:defRPr sz="3000">
                <a:solidFill>
                  <a:srgbClr val="A7A7A7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1123950" indent="-523875">
              <a:lnSpc>
                <a:spcPct val="100000"/>
              </a:lnSpc>
              <a:buClrTx/>
              <a:buSzPts val="3000"/>
              <a:buFontTx/>
              <a:buChar char="•"/>
              <a:defRPr sz="3000">
                <a:solidFill>
                  <a:srgbClr val="A7A7A7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581150" indent="-523875">
              <a:lnSpc>
                <a:spcPct val="100000"/>
              </a:lnSpc>
              <a:buClrTx/>
              <a:buSzPts val="3000"/>
              <a:buFontTx/>
              <a:buChar char="-"/>
              <a:defRPr sz="3000">
                <a:solidFill>
                  <a:srgbClr val="A7A7A7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2038350" indent="-523875">
              <a:lnSpc>
                <a:spcPct val="100000"/>
              </a:lnSpc>
              <a:buClrTx/>
              <a:buSzPts val="3000"/>
              <a:buFontTx/>
              <a:buChar char="-"/>
              <a:defRPr sz="3000">
                <a:solidFill>
                  <a:srgbClr val="A7A7A7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495550" indent="-523875">
              <a:lnSpc>
                <a:spcPct val="100000"/>
              </a:lnSpc>
              <a:buClrTx/>
              <a:buSzPts val="3000"/>
              <a:buFontTx/>
              <a:buChar char="-"/>
              <a:defRPr sz="3000">
                <a:solidFill>
                  <a:srgbClr val="A7A7A7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390" name="Slide Number"/>
          <p:cNvSpPr txBox="1"/>
          <p:nvPr>
            <p:ph type="sldNum" sz="quarter" idx="2"/>
          </p:nvPr>
        </p:nvSpPr>
        <p:spPr>
          <a:xfrm>
            <a:off x="8490412" y="4783454"/>
            <a:ext cx="196292" cy="18587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>
              <a:defRPr sz="13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, &amp; Photo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54;p13"/>
          <p:cNvSpPr/>
          <p:nvPr/>
        </p:nvSpPr>
        <p:spPr>
          <a:xfrm>
            <a:off x="8257030" y="4727447"/>
            <a:ext cx="788702" cy="31560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pic>
        <p:nvPicPr>
          <p:cNvPr id="398" name="Google Shape;55;p13" descr="Google Shape;55;p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508" y="4727447"/>
            <a:ext cx="1429406" cy="3154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99" name="Google Shape;56;p13" descr="Google Shape;56;p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983" y="4769758"/>
            <a:ext cx="982217" cy="23084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00" name="Title Text"/>
          <p:cNvSpPr txBox="1"/>
          <p:nvPr>
            <p:ph type="title" hasCustomPrompt="1"/>
          </p:nvPr>
        </p:nvSpPr>
        <p:spPr>
          <a:xfrm>
            <a:off x="343494" y="191096"/>
            <a:ext cx="8457003" cy="468901"/>
          </a:xfrm>
          <a:prstGeom prst="rect">
            <a:avLst/>
          </a:prstGeom>
        </p:spPr>
        <p:txBody>
          <a:bodyPr lIns="0" tIns="0" rIns="0" bIns="0"/>
          <a:lstStyle>
            <a:lvl1pPr>
              <a:defRPr sz="4800" b="1">
                <a:solidFill>
                  <a:srgbClr val="5E90E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Title Text</a:t>
            </a:r>
          </a:p>
        </p:txBody>
      </p:sp>
      <p:sp>
        <p:nvSpPr>
          <p:cNvPr id="401" name="Google Shape;92;p20"/>
          <p:cNvSpPr/>
          <p:nvPr>
            <p:ph type="pic" sz="half" idx="21"/>
          </p:nvPr>
        </p:nvSpPr>
        <p:spPr>
          <a:xfrm>
            <a:off x="4999863" y="554421"/>
            <a:ext cx="3578100" cy="4290301"/>
          </a:xfrm>
          <a:prstGeom prst="rect">
            <a:avLst/>
          </a:prstGeom>
          <a:ln w="9525">
            <a:solidFill>
              <a:srgbClr val="000000"/>
            </a:solidFill>
            <a:round/>
          </a:ln>
        </p:spPr>
        <p:txBody>
          <a:bodyPr lIns="91439" tIns="45719" rIns="91439" bIns="45719">
            <a:noAutofit/>
          </a:bodyPr>
          <a:lstStyle/>
          <a:p/>
        </p:txBody>
      </p:sp>
      <p:sp>
        <p:nvSpPr>
          <p:cNvPr id="402" name="Body Level One…"/>
          <p:cNvSpPr txBox="1"/>
          <p:nvPr>
            <p:ph type="body" sz="half" idx="1" hasCustomPrompt="1"/>
          </p:nvPr>
        </p:nvSpPr>
        <p:spPr>
          <a:xfrm>
            <a:off x="513587" y="707064"/>
            <a:ext cx="4015200" cy="4131601"/>
          </a:xfrm>
          <a:prstGeom prst="rect">
            <a:avLst/>
          </a:prstGeom>
        </p:spPr>
        <p:txBody>
          <a:bodyPr lIns="0" tIns="0" rIns="0" bIns="0"/>
          <a:lstStyle>
            <a:lvl1pPr indent="-375920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SzPts val="2300"/>
              <a:buFont typeface="Helvetica"/>
              <a:buChar char="‣"/>
              <a:defRPr sz="2300">
                <a:solidFill>
                  <a:srgbClr val="53535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indent="-339090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SzPts val="2300"/>
              <a:buFont typeface="Helvetica"/>
              <a:buChar char="•"/>
              <a:defRPr sz="2300">
                <a:solidFill>
                  <a:srgbClr val="53535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indent="-339090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SzPts val="2300"/>
              <a:buFont typeface="Helvetica"/>
              <a:buChar char="•"/>
              <a:defRPr sz="2300">
                <a:solidFill>
                  <a:srgbClr val="53535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indent="-339090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SzPts val="2300"/>
              <a:buFont typeface="Helvetica"/>
              <a:buChar char="๏"/>
              <a:defRPr sz="2300">
                <a:solidFill>
                  <a:srgbClr val="53535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indent="-339090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SzPts val="2300"/>
              <a:buFont typeface="Helvetica"/>
              <a:buChar char="๏"/>
              <a:defRPr sz="2300">
                <a:solidFill>
                  <a:srgbClr val="535353"/>
                </a:solidFill>
                <a:latin typeface="Nunito"/>
                <a:ea typeface="Nunito"/>
                <a:cs typeface="Nunito"/>
                <a:sym typeface="Nunito"/>
              </a:defRPr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403" name="Slide Number"/>
          <p:cNvSpPr txBox="1"/>
          <p:nvPr>
            <p:ph type="sldNum" sz="quarter" idx="2"/>
          </p:nvPr>
        </p:nvSpPr>
        <p:spPr>
          <a:xfrm>
            <a:off x="4539764" y="4781550"/>
            <a:ext cx="269987" cy="265621"/>
          </a:xfrm>
          <a:prstGeom prst="rect">
            <a:avLst/>
          </a:prstGeom>
        </p:spPr>
        <p:txBody>
          <a:bodyPr lIns="64275" tIns="64275" rIns="64275" bIns="64275" anchor="t">
            <a:spAutoFit/>
          </a:bodyPr>
          <a:lstStyle>
            <a:lvl1pPr>
              <a:defRPr>
                <a:solidFill>
                  <a:srgbClr val="A7A7A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54;p13"/>
          <p:cNvSpPr/>
          <p:nvPr/>
        </p:nvSpPr>
        <p:spPr>
          <a:xfrm>
            <a:off x="8257030" y="4727447"/>
            <a:ext cx="788702" cy="31560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pic>
        <p:nvPicPr>
          <p:cNvPr id="411" name="Google Shape;55;p13" descr="Google Shape;55;p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508" y="4727447"/>
            <a:ext cx="1429406" cy="3154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412" name="Google Shape;56;p13" descr="Google Shape;56;p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983" y="4769758"/>
            <a:ext cx="982217" cy="23084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13" name="Slide Number"/>
          <p:cNvSpPr txBox="1"/>
          <p:nvPr>
            <p:ph type="sldNum" sz="quarter" idx="2"/>
          </p:nvPr>
        </p:nvSpPr>
        <p:spPr>
          <a:xfrm>
            <a:off x="8490412" y="4783454"/>
            <a:ext cx="196292" cy="18587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>
              <a:defRPr sz="13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54;p13"/>
          <p:cNvSpPr/>
          <p:nvPr/>
        </p:nvSpPr>
        <p:spPr>
          <a:xfrm>
            <a:off x="8257030" y="4727447"/>
            <a:ext cx="788702" cy="31560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pic>
        <p:nvPicPr>
          <p:cNvPr id="421" name="Google Shape;55;p13" descr="Google Shape;55;p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508" y="4727447"/>
            <a:ext cx="1429406" cy="3154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422" name="Google Shape;56;p13" descr="Google Shape;56;p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983" y="4769758"/>
            <a:ext cx="982217" cy="23084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23" name="Title Text"/>
          <p:cNvSpPr txBox="1"/>
          <p:nvPr>
            <p:ph type="title" hasCustomPrompt="1"/>
          </p:nvPr>
        </p:nvSpPr>
        <p:spPr>
          <a:xfrm>
            <a:off x="1004150" y="1751764"/>
            <a:ext cx="7136701" cy="1022401"/>
          </a:xfrm>
          <a:prstGeom prst="rect">
            <a:avLst/>
          </a:prstGeom>
        </p:spPr>
        <p:txBody>
          <a:bodyPr anchor="b"/>
          <a:lstStyle>
            <a:lvl1pPr algn="ctr">
              <a:defRPr sz="5400" b="1">
                <a:solidFill>
                  <a:srgbClr val="5E90E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Title Text</a:t>
            </a:r>
          </a:p>
        </p:txBody>
      </p:sp>
      <p:sp>
        <p:nvSpPr>
          <p:cNvPr id="424" name="Body Level One…"/>
          <p:cNvSpPr txBox="1"/>
          <p:nvPr>
            <p:ph type="body" sz="quarter" idx="1" hasCustomPrompt="1"/>
          </p:nvPr>
        </p:nvSpPr>
        <p:spPr>
          <a:xfrm>
            <a:off x="2137224" y="2850039"/>
            <a:ext cx="4870502" cy="792602"/>
          </a:xfrm>
          <a:prstGeom prst="rect">
            <a:avLst/>
          </a:prstGeom>
        </p:spPr>
        <p:txBody>
          <a:bodyPr/>
          <a:lstStyle>
            <a:lvl1pPr marL="228600" indent="-114300" algn="ctr">
              <a:lnSpc>
                <a:spcPct val="100000"/>
              </a:lnSpc>
              <a:buClrTx/>
              <a:buSzTx/>
              <a:buFontTx/>
              <a:buNone/>
              <a:defRPr sz="2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228600" indent="114300" algn="ctr">
              <a:lnSpc>
                <a:spcPct val="100000"/>
              </a:lnSpc>
              <a:buClrTx/>
              <a:buSzTx/>
              <a:buFontTx/>
              <a:buNone/>
              <a:defRPr sz="2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228600" indent="114300" algn="ctr">
              <a:lnSpc>
                <a:spcPct val="100000"/>
              </a:lnSpc>
              <a:buClrTx/>
              <a:buSzTx/>
              <a:buFontTx/>
              <a:buNone/>
              <a:defRPr sz="2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228600" indent="114300" algn="ctr">
              <a:lnSpc>
                <a:spcPct val="100000"/>
              </a:lnSpc>
              <a:buClrTx/>
              <a:buSzTx/>
              <a:buFontTx/>
              <a:buNone/>
              <a:defRPr sz="2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" indent="114300" algn="ctr">
              <a:lnSpc>
                <a:spcPct val="100000"/>
              </a:lnSpc>
              <a:buClrTx/>
              <a:buSzTx/>
              <a:buFontTx/>
              <a:buNone/>
              <a:defRPr sz="2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425" name="Slide Number"/>
          <p:cNvSpPr txBox="1"/>
          <p:nvPr>
            <p:ph type="sldNum" sz="quarter" idx="2"/>
          </p:nvPr>
        </p:nvSpPr>
        <p:spPr>
          <a:xfrm>
            <a:off x="8696874" y="4700057"/>
            <a:ext cx="324285" cy="3199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A7A7A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54;p13"/>
          <p:cNvSpPr/>
          <p:nvPr/>
        </p:nvSpPr>
        <p:spPr>
          <a:xfrm>
            <a:off x="8257030" y="4727447"/>
            <a:ext cx="788702" cy="31560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pic>
        <p:nvPicPr>
          <p:cNvPr id="433" name="Google Shape;55;p13" descr="Google Shape;55;p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508" y="4727447"/>
            <a:ext cx="1429406" cy="3154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434" name="Google Shape;56;p13" descr="Google Shape;56;p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983" y="4769758"/>
            <a:ext cx="982217" cy="23084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35" name="Title Text"/>
          <p:cNvSpPr txBox="1"/>
          <p:nvPr>
            <p:ph type="title" hasCustomPrompt="1"/>
          </p:nvPr>
        </p:nvSpPr>
        <p:spPr>
          <a:xfrm>
            <a:off x="311698" y="814799"/>
            <a:ext cx="8571303" cy="942002"/>
          </a:xfrm>
          <a:prstGeom prst="rect">
            <a:avLst/>
          </a:prstGeom>
        </p:spPr>
        <p:txBody>
          <a:bodyPr anchor="ctr"/>
          <a:lstStyle>
            <a:lvl1pPr algn="ctr">
              <a:defRPr sz="4800" b="1">
                <a:solidFill>
                  <a:srgbClr val="5E90E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Title Text</a:t>
            </a:r>
          </a:p>
        </p:txBody>
      </p:sp>
      <p:sp>
        <p:nvSpPr>
          <p:cNvPr id="436" name="Slide Number"/>
          <p:cNvSpPr txBox="1"/>
          <p:nvPr>
            <p:ph type="sldNum" sz="quarter" idx="2"/>
          </p:nvPr>
        </p:nvSpPr>
        <p:spPr>
          <a:xfrm>
            <a:off x="8696874" y="4700057"/>
            <a:ext cx="324285" cy="3199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 hasCustomPrompt="1"/>
          </p:nvPr>
        </p:nvSpPr>
        <p:spPr>
          <a:xfrm>
            <a:off x="311708" y="744573"/>
            <a:ext cx="8520601" cy="2052603"/>
          </a:xfrm>
          <a:prstGeom prst="rect">
            <a:avLst/>
          </a:prstGeom>
        </p:spPr>
        <p:txBody>
          <a:bodyPr anchor="b"/>
          <a:lstStyle>
            <a:lvl1pPr algn="ctr">
              <a:defRPr sz="5200"/>
            </a:lvl1pPr>
          </a:lstStyle>
          <a:p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 hasCustomPrompt="1"/>
          </p:nvPr>
        </p:nvSpPr>
        <p:spPr>
          <a:xfrm>
            <a:off x="311698" y="2834125"/>
            <a:ext cx="8520603" cy="792602"/>
          </a:xfrm>
          <a:prstGeom prst="rect">
            <a:avLst/>
          </a:prstGeom>
        </p:spPr>
        <p:txBody>
          <a:bodyPr/>
          <a:lstStyle>
            <a:lvl1pPr marL="228600" indent="-114300" algn="ctr">
              <a:lnSpc>
                <a:spcPct val="100000"/>
              </a:lnSpc>
              <a:buClrTx/>
              <a:buSzTx/>
              <a:buFontTx/>
              <a:buNone/>
              <a:defRPr sz="2800"/>
            </a:lvl1pPr>
            <a:lvl2pPr marL="228600" indent="114300" algn="ctr">
              <a:lnSpc>
                <a:spcPct val="100000"/>
              </a:lnSpc>
              <a:buClrTx/>
              <a:buSzTx/>
              <a:buFontTx/>
              <a:buNone/>
              <a:defRPr sz="2800"/>
            </a:lvl2pPr>
            <a:lvl3pPr marL="228600" indent="114300" algn="ctr">
              <a:lnSpc>
                <a:spcPct val="100000"/>
              </a:lnSpc>
              <a:buClrTx/>
              <a:buSzTx/>
              <a:buFontTx/>
              <a:buNone/>
              <a:defRPr sz="2800"/>
            </a:lvl3pPr>
            <a:lvl4pPr marL="228600" indent="114300" algn="ctr">
              <a:lnSpc>
                <a:spcPct val="100000"/>
              </a:lnSpc>
              <a:buClrTx/>
              <a:buSzTx/>
              <a:buFontTx/>
              <a:buNone/>
              <a:defRPr sz="2800"/>
            </a:lvl4pPr>
            <a:lvl5pPr marL="228600" indent="114300" algn="ctr">
              <a:lnSpc>
                <a:spcPct val="100000"/>
              </a:lnSpc>
              <a:buClrTx/>
              <a:buSzTx/>
              <a:buFontTx/>
              <a:buNone/>
              <a:defRPr sz="2800"/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 hasCustomPrompt="1"/>
          </p:nvPr>
        </p:nvSpPr>
        <p:spPr>
          <a:xfrm>
            <a:off x="311698" y="2150848"/>
            <a:ext cx="8520603" cy="841802"/>
          </a:xfrm>
          <a:prstGeom prst="rect">
            <a:avLst/>
          </a:prstGeom>
        </p:spPr>
        <p:txBody>
          <a:bodyPr anchor="ctr"/>
          <a:lstStyle>
            <a:lvl1pPr algn="ctr">
              <a:defRPr sz="3600"/>
            </a:lvl1pPr>
          </a:lstStyle>
          <a:p>
            <a:r>
              <a:t>Title Text</a:t>
            </a:r>
          </a:p>
        </p:txBody>
      </p:sp>
      <p:sp>
        <p:nvSpPr>
          <p:cNvPr id="2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Text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9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3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itle Text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8" name="Body Level One…"/>
          <p:cNvSpPr txBox="1"/>
          <p:nvPr>
            <p:ph type="body" sz="half" idx="1" hasCustomPrompt="1"/>
          </p:nvPr>
        </p:nvSpPr>
        <p:spPr>
          <a:xfrm>
            <a:off x="311698" y="1152475"/>
            <a:ext cx="3999903" cy="3416400"/>
          </a:xfrm>
          <a:prstGeom prst="rect">
            <a:avLst/>
          </a:prstGeom>
        </p:spPr>
        <p:txBody>
          <a:bodyPr/>
          <a:lstStyle>
            <a:lvl1pPr indent="-317500">
              <a:buSzPts val="1400"/>
              <a:defRPr sz="1400"/>
            </a:lvl1pPr>
            <a:lvl2pPr marL="965200" indent="-355600">
              <a:buSzPts val="1400"/>
              <a:defRPr sz="1400"/>
            </a:lvl2pPr>
            <a:lvl3pPr marL="1422400" indent="-355600">
              <a:buSzPts val="1400"/>
              <a:defRPr sz="1400"/>
            </a:lvl3pPr>
            <a:lvl4pPr marL="1879600" indent="-355600">
              <a:buSzPts val="1400"/>
              <a:defRPr sz="1400"/>
            </a:lvl4pPr>
            <a:lvl5pPr marL="2336800" indent="-355600">
              <a:buSzPts val="1400"/>
              <a:defRPr sz="1400"/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39" name="Google Shape;23;p5"/>
          <p:cNvSpPr txBox="1"/>
          <p:nvPr>
            <p:ph type="body" sz="half" idx="21"/>
          </p:nvPr>
        </p:nvSpPr>
        <p:spPr>
          <a:xfrm>
            <a:off x="4832398" y="1152475"/>
            <a:ext cx="3999903" cy="34164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itle Text"/>
          <p:cNvSpPr txBox="1"/>
          <p:nvPr>
            <p:ph type="title" hasCustomPrompt="1"/>
          </p:nvPr>
        </p:nvSpPr>
        <p:spPr>
          <a:xfrm>
            <a:off x="311698" y="555600"/>
            <a:ext cx="2808003" cy="7557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t>Title Text</a:t>
            </a:r>
          </a:p>
        </p:txBody>
      </p:sp>
      <p:sp>
        <p:nvSpPr>
          <p:cNvPr id="56" name="Body Level One…"/>
          <p:cNvSpPr txBox="1"/>
          <p:nvPr>
            <p:ph type="body" sz="quarter" idx="1" hasCustomPrompt="1"/>
          </p:nvPr>
        </p:nvSpPr>
        <p:spPr>
          <a:xfrm>
            <a:off x="311698" y="1389598"/>
            <a:ext cx="2808003" cy="3179403"/>
          </a:xfrm>
          <a:prstGeom prst="rect">
            <a:avLst/>
          </a:prstGeom>
        </p:spPr>
        <p:txBody>
          <a:bodyPr/>
          <a:lstStyle>
            <a:lvl1pPr indent="-304800">
              <a:buSzPts val="1200"/>
              <a:defRPr sz="1200"/>
            </a:lvl1pPr>
            <a:lvl2pPr marL="914400" indent="-304800">
              <a:buSzPts val="1200"/>
              <a:defRPr sz="1200"/>
            </a:lvl2pPr>
            <a:lvl3pPr marL="1371600" indent="-304800">
              <a:buSzPts val="1200"/>
              <a:defRPr sz="1200"/>
            </a:lvl3pPr>
            <a:lvl4pPr marL="1828800" indent="-304800">
              <a:buSzPts val="1200"/>
              <a:defRPr sz="1200"/>
            </a:lvl4pPr>
            <a:lvl5pPr marL="2286000" indent="-304800">
              <a:buSzPts val="1200"/>
              <a:defRPr sz="1200"/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5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itle Text"/>
          <p:cNvSpPr txBox="1"/>
          <p:nvPr>
            <p:ph type="title" hasCustomPrompt="1"/>
          </p:nvPr>
        </p:nvSpPr>
        <p:spPr>
          <a:xfrm>
            <a:off x="490250" y="450148"/>
            <a:ext cx="6367801" cy="4090803"/>
          </a:xfrm>
          <a:prstGeom prst="rect">
            <a:avLst/>
          </a:prstGeom>
        </p:spPr>
        <p:txBody>
          <a:bodyPr anchor="ctr"/>
          <a:lstStyle>
            <a:lvl1pPr>
              <a:defRPr sz="4800"/>
            </a:lvl1pPr>
          </a:lstStyle>
          <a:p>
            <a:r>
              <a:t>Title Text</a:t>
            </a:r>
          </a:p>
        </p:txBody>
      </p:sp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36;p9"/>
          <p:cNvSpPr/>
          <p:nvPr/>
        </p:nvSpPr>
        <p:spPr>
          <a:xfrm>
            <a:off x="4572000" y="-126"/>
            <a:ext cx="4572000" cy="5143503"/>
          </a:xfrm>
          <a:prstGeom prst="rect">
            <a:avLst/>
          </a:prstGeom>
          <a:solidFill>
            <a:srgbClr val="EEEEEE"/>
          </a:solidFill>
          <a:ln w="12700">
            <a:miter lim="400000"/>
          </a:ln>
        </p:spPr>
        <p:txBody>
          <a:bodyPr lIns="0" tIns="0" rIns="0" bIns="0" anchor="ctr"/>
          <a:lstStyle/>
          <a:p/>
        </p:txBody>
      </p:sp>
      <p:sp>
        <p:nvSpPr>
          <p:cNvPr id="73" name="Title Text"/>
          <p:cNvSpPr txBox="1"/>
          <p:nvPr>
            <p:ph type="title" hasCustomPrompt="1"/>
          </p:nvPr>
        </p:nvSpPr>
        <p:spPr>
          <a:xfrm>
            <a:off x="265500" y="1233175"/>
            <a:ext cx="4045200" cy="1482302"/>
          </a:xfrm>
          <a:prstGeom prst="rect">
            <a:avLst/>
          </a:prstGeom>
        </p:spPr>
        <p:txBody>
          <a:bodyPr anchor="b"/>
          <a:lstStyle>
            <a:lvl1pPr algn="ctr">
              <a:defRPr sz="4200"/>
            </a:lvl1pPr>
          </a:lstStyle>
          <a:p>
            <a:r>
              <a:t>Title Text</a:t>
            </a:r>
          </a:p>
        </p:txBody>
      </p:sp>
      <p:sp>
        <p:nvSpPr>
          <p:cNvPr id="74" name="Body Level One…"/>
          <p:cNvSpPr txBox="1"/>
          <p:nvPr>
            <p:ph type="body" sz="quarter" idx="1" hasCustomPrompt="1"/>
          </p:nvPr>
        </p:nvSpPr>
        <p:spPr>
          <a:xfrm>
            <a:off x="265500" y="2803075"/>
            <a:ext cx="4045200" cy="1235101"/>
          </a:xfrm>
          <a:prstGeom prst="rect">
            <a:avLst/>
          </a:prstGeom>
        </p:spPr>
        <p:txBody>
          <a:bodyPr/>
          <a:lstStyle>
            <a:lvl1pPr marL="228600" indent="-114300" algn="ctr">
              <a:lnSpc>
                <a:spcPct val="100000"/>
              </a:lnSpc>
              <a:buClrTx/>
              <a:buSzTx/>
              <a:buFontTx/>
              <a:buNone/>
              <a:defRPr sz="2100"/>
            </a:lvl1pPr>
            <a:lvl2pPr marL="228600" indent="114300" algn="ctr">
              <a:lnSpc>
                <a:spcPct val="100000"/>
              </a:lnSpc>
              <a:buClrTx/>
              <a:buSzTx/>
              <a:buFontTx/>
              <a:buNone/>
              <a:defRPr sz="2100"/>
            </a:lvl2pPr>
            <a:lvl3pPr marL="228600" indent="114300" algn="ctr">
              <a:lnSpc>
                <a:spcPct val="100000"/>
              </a:lnSpc>
              <a:buClrTx/>
              <a:buSzTx/>
              <a:buFontTx/>
              <a:buNone/>
              <a:defRPr sz="2100"/>
            </a:lvl3pPr>
            <a:lvl4pPr marL="228600" indent="114300" algn="ctr">
              <a:lnSpc>
                <a:spcPct val="100000"/>
              </a:lnSpc>
              <a:buClrTx/>
              <a:buSzTx/>
              <a:buFontTx/>
              <a:buNone/>
              <a:defRPr sz="2100"/>
            </a:lvl4pPr>
            <a:lvl5pPr marL="228600" indent="114300" algn="ctr">
              <a:lnSpc>
                <a:spcPct val="100000"/>
              </a:lnSpc>
              <a:buClrTx/>
              <a:buSzTx/>
              <a:buFontTx/>
              <a:buNone/>
              <a:defRPr sz="2100"/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75" name="Google Shape;39;p9"/>
          <p:cNvSpPr txBox="1"/>
          <p:nvPr>
            <p:ph type="body" sz="half" idx="21"/>
          </p:nvPr>
        </p:nvSpPr>
        <p:spPr>
          <a:xfrm>
            <a:off x="4939500" y="724074"/>
            <a:ext cx="3837000" cy="3695103"/>
          </a:xfrm>
          <a:prstGeom prst="rect">
            <a:avLst/>
          </a:prstGeom>
        </p:spPr>
        <p:txBody>
          <a:bodyPr anchor="ctr"/>
          <a:lstStyle/>
          <a:p/>
        </p:txBody>
      </p:sp>
      <p:sp>
        <p:nvSpPr>
          <p:cNvPr id="7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Body Level One…"/>
          <p:cNvSpPr txBox="1"/>
          <p:nvPr>
            <p:ph type="body" sz="quarter" idx="1" hasCustomPrompt="1"/>
          </p:nvPr>
        </p:nvSpPr>
        <p:spPr>
          <a:xfrm>
            <a:off x="311698" y="4230575"/>
            <a:ext cx="5998804" cy="605102"/>
          </a:xfrm>
          <a:prstGeom prst="rect">
            <a:avLst/>
          </a:prstGeom>
        </p:spPr>
        <p:txBody>
          <a:bodyPr anchor="ctr"/>
          <a:lstStyle>
            <a:lvl1pPr marL="0" indent="228600">
              <a:lnSpc>
                <a:spcPct val="100000"/>
              </a:lnSpc>
              <a:buClrTx/>
              <a:buSzTx/>
              <a:buFontTx/>
              <a:buNone/>
            </a:lvl1pPr>
            <a:lvl2pPr>
              <a:lnSpc>
                <a:spcPct val="100000"/>
              </a:lnSpc>
              <a:buClrTx/>
              <a:buFontTx/>
            </a:lvl2pPr>
            <a:lvl3pPr>
              <a:lnSpc>
                <a:spcPct val="100000"/>
              </a:lnSpc>
              <a:buClrTx/>
              <a:buFontTx/>
            </a:lvl3pPr>
            <a:lvl4pPr>
              <a:lnSpc>
                <a:spcPct val="100000"/>
              </a:lnSpc>
              <a:buClrTx/>
              <a:buFontTx/>
            </a:lvl4pPr>
            <a:lvl5pPr>
              <a:lnSpc>
                <a:spcPct val="100000"/>
              </a:lnSpc>
              <a:buClrTx/>
              <a:buFontTx/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8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xx%"/>
          <p:cNvSpPr txBox="1"/>
          <p:nvPr>
            <p:ph type="title" hasCustomPrompt="1"/>
          </p:nvPr>
        </p:nvSpPr>
        <p:spPr>
          <a:xfrm>
            <a:off x="311698" y="1106125"/>
            <a:ext cx="8520603" cy="1963500"/>
          </a:xfrm>
          <a:prstGeom prst="rect">
            <a:avLst/>
          </a:prstGeom>
        </p:spPr>
        <p:txBody>
          <a:bodyPr anchor="b"/>
          <a:lstStyle>
            <a:lvl1pPr algn="ctr">
              <a:defRPr sz="12000"/>
            </a:lvl1pPr>
          </a:lstStyle>
          <a:p>
            <a:r>
              <a:t>xx%</a:t>
            </a:r>
          </a:p>
        </p:txBody>
      </p:sp>
      <p:sp>
        <p:nvSpPr>
          <p:cNvPr id="92" name="Body Level One…"/>
          <p:cNvSpPr txBox="1"/>
          <p:nvPr>
            <p:ph type="body" sz="half" idx="1" hasCustomPrompt="1"/>
          </p:nvPr>
        </p:nvSpPr>
        <p:spPr>
          <a:xfrm>
            <a:off x="311698" y="3152225"/>
            <a:ext cx="8520603" cy="1300800"/>
          </a:xfrm>
          <a:prstGeom prst="rect">
            <a:avLst/>
          </a:prstGeom>
        </p:spPr>
        <p:txBody>
          <a:bodyPr/>
          <a:lstStyle>
            <a:lvl1pPr algn="ctr"/>
            <a:lvl2pPr algn="ctr"/>
            <a:lvl3pPr algn="ctr"/>
            <a:lvl4pPr algn="ctr"/>
            <a:lvl5pPr algn="ctr"/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9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58;p14"/>
          <p:cNvSpPr/>
          <p:nvPr/>
        </p:nvSpPr>
        <p:spPr>
          <a:xfrm>
            <a:off x="-20437" y="1710258"/>
            <a:ext cx="9265802" cy="2201700"/>
          </a:xfrm>
          <a:prstGeom prst="rect">
            <a:avLst/>
          </a:prstGeom>
          <a:solidFill>
            <a:srgbClr val="E7E6E6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5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 sz="1400"/>
          </a:p>
        </p:txBody>
      </p:sp>
      <p:sp>
        <p:nvSpPr>
          <p:cNvPr id="108" name="Title Text"/>
          <p:cNvSpPr txBox="1"/>
          <p:nvPr>
            <p:ph type="title" hasCustomPrompt="1"/>
          </p:nvPr>
        </p:nvSpPr>
        <p:spPr>
          <a:xfrm>
            <a:off x="4316803" y="1797455"/>
            <a:ext cx="4704902" cy="1014302"/>
          </a:xfrm>
          <a:prstGeom prst="rect">
            <a:avLst/>
          </a:prstGeom>
        </p:spPr>
        <p:txBody>
          <a:bodyPr lIns="0" tIns="0" rIns="0" bIns="0"/>
          <a:lstStyle>
            <a:lvl1pPr>
              <a:defRPr sz="4800" b="1">
                <a:solidFill>
                  <a:srgbClr val="5E90E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Title Text</a:t>
            </a:r>
          </a:p>
        </p:txBody>
      </p:sp>
      <p:sp>
        <p:nvSpPr>
          <p:cNvPr id="109" name="Body Level One…"/>
          <p:cNvSpPr txBox="1"/>
          <p:nvPr>
            <p:ph type="body" sz="quarter" idx="1" hasCustomPrompt="1"/>
          </p:nvPr>
        </p:nvSpPr>
        <p:spPr>
          <a:xfrm>
            <a:off x="4391025" y="2537460"/>
            <a:ext cx="4556701" cy="1285802"/>
          </a:xfrm>
          <a:prstGeom prst="rect">
            <a:avLst/>
          </a:prstGeom>
        </p:spPr>
        <p:txBody>
          <a:bodyPr lIns="0" tIns="0" rIns="0" bIns="0"/>
          <a:lstStyle>
            <a:lvl1pPr marL="0" indent="228600">
              <a:lnSpc>
                <a:spcPct val="100000"/>
              </a:lnSpc>
              <a:spcBef>
                <a:spcPts val="1200"/>
              </a:spcBef>
              <a:buClrTx/>
              <a:buSzTx/>
              <a:buFontTx/>
              <a:buNone/>
              <a:defRPr sz="2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indent="228600">
              <a:lnSpc>
                <a:spcPct val="100000"/>
              </a:lnSpc>
              <a:spcBef>
                <a:spcPts val="1200"/>
              </a:spcBef>
              <a:buClrTx/>
              <a:buSzTx/>
              <a:buFontTx/>
              <a:buNone/>
              <a:defRPr sz="2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indent="228600">
              <a:lnSpc>
                <a:spcPct val="100000"/>
              </a:lnSpc>
              <a:spcBef>
                <a:spcPts val="1200"/>
              </a:spcBef>
              <a:buClrTx/>
              <a:buSzTx/>
              <a:buFontTx/>
              <a:buNone/>
              <a:defRPr sz="2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indent="228600">
              <a:lnSpc>
                <a:spcPct val="100000"/>
              </a:lnSpc>
              <a:spcBef>
                <a:spcPts val="1200"/>
              </a:spcBef>
              <a:buClrTx/>
              <a:buSzTx/>
              <a:buFontTx/>
              <a:buNone/>
              <a:defRPr sz="2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indent="228600">
              <a:lnSpc>
                <a:spcPct val="100000"/>
              </a:lnSpc>
              <a:spcBef>
                <a:spcPts val="1200"/>
              </a:spcBef>
              <a:buClrTx/>
              <a:buSzTx/>
              <a:buFontTx/>
              <a:buNone/>
              <a:defRPr sz="2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pic>
        <p:nvPicPr>
          <p:cNvPr id="110" name="Google Shape;61;p14" descr="Google Shape;61;p14"/>
          <p:cNvPicPr>
            <a:picLocks noChangeAspect="1"/>
          </p:cNvPicPr>
          <p:nvPr/>
        </p:nvPicPr>
        <p:blipFill>
          <a:blip r:embed="rId3"/>
          <a:srcRect l="4387" t="12167" r="4396" b="12167"/>
          <a:stretch>
            <a:fillRect/>
          </a:stretch>
        </p:blipFill>
        <p:spPr>
          <a:xfrm>
            <a:off x="367418" y="1955562"/>
            <a:ext cx="3002391" cy="115526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11" name="Google Shape;62;p14"/>
          <p:cNvSpPr txBox="1"/>
          <p:nvPr>
            <p:ph type="body" sz="quarter" idx="21"/>
          </p:nvPr>
        </p:nvSpPr>
        <p:spPr>
          <a:xfrm>
            <a:off x="2614611" y="4751508"/>
            <a:ext cx="4353003" cy="172802"/>
          </a:xfrm>
          <a:prstGeom prst="rect">
            <a:avLst/>
          </a:prstGeom>
        </p:spPr>
        <p:txBody>
          <a:bodyPr lIns="50800" tIns="50800" rIns="50800" bIns="50800" anchor="b"/>
          <a:lstStyle/>
          <a:p>
            <a:pPr marL="182880" indent="-137160" defTabSz="365760">
              <a:buSzPts val="700"/>
              <a:defRPr sz="720"/>
            </a:pPr>
          </a:p>
        </p:txBody>
      </p:sp>
      <p:pic>
        <p:nvPicPr>
          <p:cNvPr id="112" name="Google Shape;63;p14" descr="Google Shape;63;p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1173" y="3396979"/>
            <a:ext cx="1429406" cy="3154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3" name="Google Shape;64;p14" descr="Google Shape;64;p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4088" y="3439292"/>
            <a:ext cx="982217" cy="23084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14" name="Slide Number"/>
          <p:cNvSpPr txBox="1"/>
          <p:nvPr>
            <p:ph type="sldNum" sz="quarter" idx="2"/>
          </p:nvPr>
        </p:nvSpPr>
        <p:spPr>
          <a:xfrm>
            <a:off x="8490412" y="4783454"/>
            <a:ext cx="196292" cy="18587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>
              <a:defRPr sz="13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54;p13"/>
          <p:cNvSpPr/>
          <p:nvPr/>
        </p:nvSpPr>
        <p:spPr>
          <a:xfrm>
            <a:off x="8257030" y="4727447"/>
            <a:ext cx="788702" cy="31560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5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 sz="1400"/>
          </a:p>
        </p:txBody>
      </p:sp>
      <p:pic>
        <p:nvPicPr>
          <p:cNvPr id="122" name="Google Shape;55;p13" descr="Google Shape;55;p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508" y="4727447"/>
            <a:ext cx="1429406" cy="3154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23" name="Google Shape;56;p13" descr="Google Shape;56;p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983" y="4769758"/>
            <a:ext cx="982217" cy="23084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24" name="Title Text"/>
          <p:cNvSpPr txBox="1"/>
          <p:nvPr>
            <p:ph type="title" hasCustomPrompt="1"/>
          </p:nvPr>
        </p:nvSpPr>
        <p:spPr>
          <a:xfrm>
            <a:off x="505420" y="86321"/>
            <a:ext cx="8043302" cy="480001"/>
          </a:xfrm>
          <a:prstGeom prst="rect">
            <a:avLst/>
          </a:prstGeom>
        </p:spPr>
        <p:txBody>
          <a:bodyPr lIns="0" tIns="0" rIns="0" bIns="0"/>
          <a:lstStyle>
            <a:lvl1pPr>
              <a:defRPr sz="4800" b="1">
                <a:solidFill>
                  <a:srgbClr val="5E90E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Title Text</a:t>
            </a:r>
          </a:p>
        </p:txBody>
      </p:sp>
      <p:sp>
        <p:nvSpPr>
          <p:cNvPr id="125" name="Body Level One…"/>
          <p:cNvSpPr txBox="1"/>
          <p:nvPr>
            <p:ph type="body" idx="1" hasCustomPrompt="1"/>
          </p:nvPr>
        </p:nvSpPr>
        <p:spPr>
          <a:xfrm>
            <a:off x="486372" y="1076599"/>
            <a:ext cx="8304301" cy="3792602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‣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indent="-314325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•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indent="-314325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-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indent="-314325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-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indent="-314325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-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126" name="Google Shape;70;p15"/>
          <p:cNvSpPr txBox="1"/>
          <p:nvPr>
            <p:ph type="body" sz="quarter" idx="21"/>
          </p:nvPr>
        </p:nvSpPr>
        <p:spPr>
          <a:xfrm>
            <a:off x="538945" y="615591"/>
            <a:ext cx="6713700" cy="252002"/>
          </a:xfrm>
          <a:prstGeom prst="rect">
            <a:avLst/>
          </a:prstGeom>
        </p:spPr>
        <p:txBody>
          <a:bodyPr lIns="50800" tIns="50800" rIns="50800" bIns="50800"/>
          <a:lstStyle/>
          <a:p>
            <a:pPr marL="292735" indent="-219710" defTabSz="585470">
              <a:buSzPts val="1100"/>
              <a:defRPr sz="1150"/>
            </a:pPr>
          </a:p>
        </p:txBody>
      </p:sp>
      <p:sp>
        <p:nvSpPr>
          <p:cNvPr id="127" name="Slide Number"/>
          <p:cNvSpPr txBox="1"/>
          <p:nvPr>
            <p:ph type="sldNum" sz="quarter" idx="2"/>
          </p:nvPr>
        </p:nvSpPr>
        <p:spPr>
          <a:xfrm>
            <a:off x="4539764" y="4781550"/>
            <a:ext cx="269987" cy="265621"/>
          </a:xfrm>
          <a:prstGeom prst="rect">
            <a:avLst/>
          </a:prstGeom>
        </p:spPr>
        <p:txBody>
          <a:bodyPr lIns="64275" tIns="64275" rIns="64275" bIns="64275" anchor="t">
            <a:spAutoFit/>
          </a:bodyPr>
          <a:lstStyle>
            <a:lvl1pPr>
              <a:defRPr>
                <a:solidFill>
                  <a:srgbClr val="A7A7A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72;p16"/>
          <p:cNvSpPr/>
          <p:nvPr/>
        </p:nvSpPr>
        <p:spPr>
          <a:xfrm>
            <a:off x="4561087" y="0"/>
            <a:ext cx="4581903" cy="5143500"/>
          </a:xfrm>
          <a:prstGeom prst="rect">
            <a:avLst/>
          </a:prstGeom>
          <a:solidFill>
            <a:srgbClr val="E7E6E6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5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 sz="1400"/>
          </a:p>
        </p:txBody>
      </p:sp>
      <p:sp>
        <p:nvSpPr>
          <p:cNvPr id="135" name="Title Text"/>
          <p:cNvSpPr txBox="1"/>
          <p:nvPr>
            <p:ph type="title" hasCustomPrompt="1"/>
          </p:nvPr>
        </p:nvSpPr>
        <p:spPr>
          <a:xfrm>
            <a:off x="367900" y="2136967"/>
            <a:ext cx="3987002" cy="869702"/>
          </a:xfrm>
          <a:prstGeom prst="rect">
            <a:avLst/>
          </a:prstGeom>
        </p:spPr>
        <p:txBody>
          <a:bodyPr lIns="0" tIns="0" rIns="0" bIns="0"/>
          <a:lstStyle>
            <a:lvl1pPr>
              <a:defRPr sz="4800" b="1">
                <a:solidFill>
                  <a:srgbClr val="5E90E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Title Text</a:t>
            </a:r>
          </a:p>
        </p:txBody>
      </p:sp>
      <p:sp>
        <p:nvSpPr>
          <p:cNvPr id="136" name="Google Shape;74;p16"/>
          <p:cNvSpPr txBox="1"/>
          <p:nvPr/>
        </p:nvSpPr>
        <p:spPr>
          <a:xfrm>
            <a:off x="5416108" y="3428515"/>
            <a:ext cx="3115802" cy="44314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 marR="3810" indent="5080" algn="ctr">
              <a:lnSpc>
                <a:spcPct val="115000"/>
              </a:lnSpc>
              <a:defRPr sz="15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t>The first all-in-one open source  software for autonomous driving</a:t>
            </a:r>
          </a:p>
        </p:txBody>
      </p:sp>
      <p:pic>
        <p:nvPicPr>
          <p:cNvPr id="137" name="Google Shape;75;p16" descr="Google Shape;75;p16"/>
          <p:cNvPicPr>
            <a:picLocks noChangeAspect="1"/>
          </p:cNvPicPr>
          <p:nvPr/>
        </p:nvPicPr>
        <p:blipFill>
          <a:blip r:embed="rId2"/>
          <a:srcRect l="4387" t="12167" r="4396" b="12167"/>
          <a:stretch>
            <a:fillRect/>
          </a:stretch>
        </p:blipFill>
        <p:spPr>
          <a:xfrm>
            <a:off x="5350809" y="1460262"/>
            <a:ext cx="3002385" cy="115526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38" name="Body Level One…"/>
          <p:cNvSpPr txBox="1"/>
          <p:nvPr>
            <p:ph type="body" sz="quarter" idx="1" hasCustomPrompt="1"/>
          </p:nvPr>
        </p:nvSpPr>
        <p:spPr>
          <a:xfrm>
            <a:off x="443695" y="3063517"/>
            <a:ext cx="4023001" cy="252002"/>
          </a:xfrm>
          <a:prstGeom prst="rect">
            <a:avLst/>
          </a:prstGeom>
        </p:spPr>
        <p:txBody>
          <a:bodyPr lIns="50800" tIns="50800" rIns="50800" bIns="50800"/>
          <a:lstStyle>
            <a:lvl1pPr marL="0" indent="228600">
              <a:lnSpc>
                <a:spcPct val="100000"/>
              </a:lnSpc>
              <a:buClrTx/>
              <a:buSzTx/>
              <a:buFontTx/>
              <a:buNone/>
              <a:defRPr sz="1300" b="1">
                <a:solidFill>
                  <a:srgbClr val="A9A9A9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826770" indent="-226695">
              <a:lnSpc>
                <a:spcPct val="100000"/>
              </a:lnSpc>
              <a:buClrTx/>
              <a:buSzPts val="1300"/>
              <a:buFontTx/>
              <a:buChar char="•"/>
              <a:defRPr sz="1300" b="1">
                <a:solidFill>
                  <a:srgbClr val="A9A9A9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283970" indent="-226695">
              <a:lnSpc>
                <a:spcPct val="100000"/>
              </a:lnSpc>
              <a:buClrTx/>
              <a:buSzPts val="1300"/>
              <a:buFontTx/>
              <a:buChar char="-"/>
              <a:defRPr sz="1300" b="1">
                <a:solidFill>
                  <a:srgbClr val="A9A9A9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741170" indent="-226695">
              <a:lnSpc>
                <a:spcPct val="100000"/>
              </a:lnSpc>
              <a:buClrTx/>
              <a:buSzPts val="1300"/>
              <a:buFontTx/>
              <a:buChar char="-"/>
              <a:defRPr sz="1300" b="1">
                <a:solidFill>
                  <a:srgbClr val="A9A9A9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198370" indent="-226695">
              <a:lnSpc>
                <a:spcPct val="100000"/>
              </a:lnSpc>
              <a:buClrTx/>
              <a:buSzPts val="1300"/>
              <a:buFontTx/>
              <a:buChar char="-"/>
              <a:defRPr sz="1300" b="1">
                <a:solidFill>
                  <a:srgbClr val="A9A9A9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139" name="Slide Number"/>
          <p:cNvSpPr txBox="1"/>
          <p:nvPr>
            <p:ph type="sldNum" sz="quarter" idx="2"/>
          </p:nvPr>
        </p:nvSpPr>
        <p:spPr>
          <a:xfrm>
            <a:off x="4473346" y="4782787"/>
            <a:ext cx="196293" cy="18587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>
              <a:defRPr sz="13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54;p13"/>
          <p:cNvSpPr/>
          <p:nvPr/>
        </p:nvSpPr>
        <p:spPr>
          <a:xfrm>
            <a:off x="8257030" y="4727447"/>
            <a:ext cx="788702" cy="31560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5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 sz="1400"/>
          </a:p>
        </p:txBody>
      </p:sp>
      <p:pic>
        <p:nvPicPr>
          <p:cNvPr id="147" name="Google Shape;55;p13" descr="Google Shape;55;p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508" y="4727447"/>
            <a:ext cx="1429406" cy="3154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48" name="Google Shape;56;p13" descr="Google Shape;56;p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983" y="4769758"/>
            <a:ext cx="982217" cy="23084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49" name="Title Text"/>
          <p:cNvSpPr txBox="1"/>
          <p:nvPr>
            <p:ph type="title" hasCustomPrompt="1"/>
          </p:nvPr>
        </p:nvSpPr>
        <p:spPr>
          <a:xfrm>
            <a:off x="581622" y="86321"/>
            <a:ext cx="6590101" cy="783000"/>
          </a:xfrm>
          <a:prstGeom prst="rect">
            <a:avLst/>
          </a:prstGeom>
        </p:spPr>
        <p:txBody>
          <a:bodyPr lIns="0" tIns="0" rIns="0" bIns="0"/>
          <a:lstStyle>
            <a:lvl1pPr>
              <a:defRPr sz="4800" b="1">
                <a:solidFill>
                  <a:srgbClr val="5E90E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Title Text</a:t>
            </a:r>
          </a:p>
        </p:txBody>
      </p:sp>
      <p:sp>
        <p:nvSpPr>
          <p:cNvPr id="150" name="Body Level One…"/>
          <p:cNvSpPr txBox="1"/>
          <p:nvPr>
            <p:ph type="body" idx="1" hasCustomPrompt="1"/>
          </p:nvPr>
        </p:nvSpPr>
        <p:spPr>
          <a:xfrm>
            <a:off x="486372" y="918208"/>
            <a:ext cx="8304301" cy="3951002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‣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indent="-314325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•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indent="-314325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-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indent="-314325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-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indent="-314325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-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151" name="Slide Number"/>
          <p:cNvSpPr txBox="1"/>
          <p:nvPr>
            <p:ph type="sldNum" sz="quarter" idx="2"/>
          </p:nvPr>
        </p:nvSpPr>
        <p:spPr>
          <a:xfrm>
            <a:off x="4539764" y="4781550"/>
            <a:ext cx="269987" cy="265621"/>
          </a:xfrm>
          <a:prstGeom prst="rect">
            <a:avLst/>
          </a:prstGeom>
        </p:spPr>
        <p:txBody>
          <a:bodyPr lIns="64275" tIns="64275" rIns="64275" bIns="64275" anchor="t">
            <a:spAutoFit/>
          </a:bodyPr>
          <a:lstStyle>
            <a:lvl1pPr>
              <a:defRPr>
                <a:solidFill>
                  <a:srgbClr val="A7A7A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54;p13"/>
          <p:cNvSpPr/>
          <p:nvPr/>
        </p:nvSpPr>
        <p:spPr>
          <a:xfrm>
            <a:off x="8257030" y="4727447"/>
            <a:ext cx="788702" cy="31560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5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 sz="1400"/>
          </a:p>
        </p:txBody>
      </p:sp>
      <p:pic>
        <p:nvPicPr>
          <p:cNvPr id="159" name="Google Shape;55;p13" descr="Google Shape;55;p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508" y="4727447"/>
            <a:ext cx="1429406" cy="3154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60" name="Google Shape;56;p13" descr="Google Shape;56;p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983" y="4769758"/>
            <a:ext cx="982217" cy="23084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61" name="Title Text"/>
          <p:cNvSpPr txBox="1"/>
          <p:nvPr>
            <p:ph type="title" hasCustomPrompt="1"/>
          </p:nvPr>
        </p:nvSpPr>
        <p:spPr>
          <a:xfrm>
            <a:off x="158351" y="-17907"/>
            <a:ext cx="6002700" cy="476400"/>
          </a:xfrm>
          <a:prstGeom prst="rect">
            <a:avLst/>
          </a:prstGeom>
        </p:spPr>
        <p:txBody>
          <a:bodyPr lIns="0" tIns="0" rIns="0" bIns="0"/>
          <a:lstStyle>
            <a:lvl1pPr>
              <a:defRPr sz="4800" b="1">
                <a:solidFill>
                  <a:srgbClr val="5E90E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Title Text</a:t>
            </a:r>
          </a:p>
        </p:txBody>
      </p:sp>
      <p:sp>
        <p:nvSpPr>
          <p:cNvPr id="162" name="Slide Number"/>
          <p:cNvSpPr txBox="1"/>
          <p:nvPr>
            <p:ph type="sldNum" sz="quarter" idx="2"/>
          </p:nvPr>
        </p:nvSpPr>
        <p:spPr>
          <a:xfrm>
            <a:off x="4515700" y="4782787"/>
            <a:ext cx="153925" cy="14884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>
              <a:defRPr>
                <a:solidFill>
                  <a:srgbClr val="A7A7A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54;p13"/>
          <p:cNvSpPr/>
          <p:nvPr/>
        </p:nvSpPr>
        <p:spPr>
          <a:xfrm>
            <a:off x="8257030" y="4727447"/>
            <a:ext cx="788702" cy="31560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5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 sz="1400"/>
          </a:p>
        </p:txBody>
      </p:sp>
      <p:pic>
        <p:nvPicPr>
          <p:cNvPr id="170" name="Google Shape;55;p13" descr="Google Shape;55;p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508" y="4727447"/>
            <a:ext cx="1429406" cy="3154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71" name="Google Shape;56;p13" descr="Google Shape;56;p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983" y="4769758"/>
            <a:ext cx="982217" cy="23084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72" name="Title Text"/>
          <p:cNvSpPr txBox="1"/>
          <p:nvPr>
            <p:ph type="title" hasCustomPrompt="1"/>
          </p:nvPr>
        </p:nvSpPr>
        <p:spPr>
          <a:xfrm>
            <a:off x="158351" y="-17907"/>
            <a:ext cx="6002700" cy="476400"/>
          </a:xfrm>
          <a:prstGeom prst="rect">
            <a:avLst/>
          </a:prstGeom>
        </p:spPr>
        <p:txBody>
          <a:bodyPr lIns="0" tIns="0" rIns="0" bIns="0"/>
          <a:lstStyle>
            <a:lvl1pPr>
              <a:defRPr sz="4800" b="1">
                <a:solidFill>
                  <a:srgbClr val="5E90E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Title Text</a:t>
            </a:r>
          </a:p>
        </p:txBody>
      </p:sp>
      <p:sp>
        <p:nvSpPr>
          <p:cNvPr id="173" name="Body Level One…"/>
          <p:cNvSpPr txBox="1"/>
          <p:nvPr>
            <p:ph type="body" sz="quarter" idx="1" hasCustomPrompt="1"/>
          </p:nvPr>
        </p:nvSpPr>
        <p:spPr>
          <a:xfrm>
            <a:off x="663099" y="464058"/>
            <a:ext cx="5497803" cy="476402"/>
          </a:xfrm>
          <a:prstGeom prst="rect">
            <a:avLst/>
          </a:prstGeom>
        </p:spPr>
        <p:txBody>
          <a:bodyPr lIns="0" tIns="0" rIns="0" bIns="0"/>
          <a:lstStyle>
            <a:lvl1pPr marL="0" indent="228600">
              <a:lnSpc>
                <a:spcPct val="100000"/>
              </a:lnSpc>
              <a:buClrTx/>
              <a:buSzTx/>
              <a:buFontTx/>
              <a:buNone/>
              <a:defRPr sz="3000">
                <a:solidFill>
                  <a:srgbClr val="A7A7A7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1123950" indent="-523875">
              <a:lnSpc>
                <a:spcPct val="100000"/>
              </a:lnSpc>
              <a:buClrTx/>
              <a:buSzPts val="3000"/>
              <a:buFontTx/>
              <a:buChar char="•"/>
              <a:defRPr sz="3000">
                <a:solidFill>
                  <a:srgbClr val="A7A7A7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581150" indent="-523875">
              <a:lnSpc>
                <a:spcPct val="100000"/>
              </a:lnSpc>
              <a:buClrTx/>
              <a:buSzPts val="3000"/>
              <a:buFontTx/>
              <a:buChar char="-"/>
              <a:defRPr sz="3000">
                <a:solidFill>
                  <a:srgbClr val="A7A7A7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2038350" indent="-523875">
              <a:lnSpc>
                <a:spcPct val="100000"/>
              </a:lnSpc>
              <a:buClrTx/>
              <a:buSzPts val="3000"/>
              <a:buFontTx/>
              <a:buChar char="-"/>
              <a:defRPr sz="3000">
                <a:solidFill>
                  <a:srgbClr val="A7A7A7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495550" indent="-523875">
              <a:lnSpc>
                <a:spcPct val="100000"/>
              </a:lnSpc>
              <a:buClrTx/>
              <a:buSzPts val="3000"/>
              <a:buFontTx/>
              <a:buChar char="-"/>
              <a:defRPr sz="3000">
                <a:solidFill>
                  <a:srgbClr val="A7A7A7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174" name="Slide Number"/>
          <p:cNvSpPr txBox="1"/>
          <p:nvPr>
            <p:ph type="sldNum" sz="quarter" idx="2"/>
          </p:nvPr>
        </p:nvSpPr>
        <p:spPr>
          <a:xfrm>
            <a:off x="8490412" y="4783454"/>
            <a:ext cx="196292" cy="18587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>
              <a:defRPr sz="13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, &amp; Photo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54;p13"/>
          <p:cNvSpPr/>
          <p:nvPr/>
        </p:nvSpPr>
        <p:spPr>
          <a:xfrm>
            <a:off x="8257030" y="4727447"/>
            <a:ext cx="788702" cy="31560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5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 sz="1400"/>
          </a:p>
        </p:txBody>
      </p:sp>
      <p:pic>
        <p:nvPicPr>
          <p:cNvPr id="182" name="Google Shape;55;p13" descr="Google Shape;55;p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508" y="4727447"/>
            <a:ext cx="1429406" cy="3154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83" name="Google Shape;56;p13" descr="Google Shape;56;p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983" y="4769758"/>
            <a:ext cx="982217" cy="23084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84" name="Title Text"/>
          <p:cNvSpPr txBox="1"/>
          <p:nvPr>
            <p:ph type="title" hasCustomPrompt="1"/>
          </p:nvPr>
        </p:nvSpPr>
        <p:spPr>
          <a:xfrm>
            <a:off x="343494" y="191096"/>
            <a:ext cx="8457003" cy="468901"/>
          </a:xfrm>
          <a:prstGeom prst="rect">
            <a:avLst/>
          </a:prstGeom>
        </p:spPr>
        <p:txBody>
          <a:bodyPr lIns="0" tIns="0" rIns="0" bIns="0"/>
          <a:lstStyle>
            <a:lvl1pPr>
              <a:defRPr sz="4800" b="1">
                <a:solidFill>
                  <a:srgbClr val="5E90E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Title Text</a:t>
            </a:r>
          </a:p>
        </p:txBody>
      </p:sp>
      <p:sp>
        <p:nvSpPr>
          <p:cNvPr id="185" name="Google Shape;92;p20"/>
          <p:cNvSpPr/>
          <p:nvPr>
            <p:ph type="pic" sz="half" idx="21"/>
          </p:nvPr>
        </p:nvSpPr>
        <p:spPr>
          <a:xfrm>
            <a:off x="4999863" y="554421"/>
            <a:ext cx="3578100" cy="4290301"/>
          </a:xfrm>
          <a:prstGeom prst="rect">
            <a:avLst/>
          </a:prstGeom>
          <a:ln w="9525">
            <a:solidFill>
              <a:srgbClr val="000000"/>
            </a:solidFill>
            <a:round/>
          </a:ln>
        </p:spPr>
        <p:txBody>
          <a:bodyPr lIns="91439" tIns="45719" rIns="91439" bIns="45719">
            <a:noAutofit/>
          </a:bodyPr>
          <a:lstStyle/>
          <a:p/>
        </p:txBody>
      </p:sp>
      <p:sp>
        <p:nvSpPr>
          <p:cNvPr id="186" name="Body Level One…"/>
          <p:cNvSpPr txBox="1"/>
          <p:nvPr>
            <p:ph type="body" sz="half" idx="1" hasCustomPrompt="1"/>
          </p:nvPr>
        </p:nvSpPr>
        <p:spPr>
          <a:xfrm>
            <a:off x="513587" y="707064"/>
            <a:ext cx="4015200" cy="4131601"/>
          </a:xfrm>
          <a:prstGeom prst="rect">
            <a:avLst/>
          </a:prstGeom>
        </p:spPr>
        <p:txBody>
          <a:bodyPr lIns="0" tIns="0" rIns="0" bIns="0"/>
          <a:lstStyle>
            <a:lvl1pPr indent="-375920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SzPts val="2300"/>
              <a:buFont typeface="Helvetica"/>
              <a:buChar char="‣"/>
              <a:defRPr sz="2300">
                <a:solidFill>
                  <a:srgbClr val="53535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indent="-339090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SzPts val="2300"/>
              <a:buFont typeface="Helvetica"/>
              <a:buChar char="•"/>
              <a:defRPr sz="2300">
                <a:solidFill>
                  <a:srgbClr val="53535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indent="-339090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SzPts val="2300"/>
              <a:buFont typeface="Helvetica"/>
              <a:buChar char="•"/>
              <a:defRPr sz="2300">
                <a:solidFill>
                  <a:srgbClr val="53535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indent="-339090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SzPts val="2300"/>
              <a:buFont typeface="Helvetica"/>
              <a:buChar char="๏"/>
              <a:defRPr sz="2300">
                <a:solidFill>
                  <a:srgbClr val="53535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indent="-339090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SzPts val="2300"/>
              <a:buFont typeface="Helvetica"/>
              <a:buChar char="๏"/>
              <a:defRPr sz="2300">
                <a:solidFill>
                  <a:srgbClr val="535353"/>
                </a:solidFill>
                <a:latin typeface="Nunito"/>
                <a:ea typeface="Nunito"/>
                <a:cs typeface="Nunito"/>
                <a:sym typeface="Nunito"/>
              </a:defRPr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187" name="Slide Number"/>
          <p:cNvSpPr txBox="1"/>
          <p:nvPr>
            <p:ph type="sldNum" sz="quarter" idx="2"/>
          </p:nvPr>
        </p:nvSpPr>
        <p:spPr>
          <a:xfrm>
            <a:off x="4539764" y="4781550"/>
            <a:ext cx="269987" cy="265621"/>
          </a:xfrm>
          <a:prstGeom prst="rect">
            <a:avLst/>
          </a:prstGeom>
        </p:spPr>
        <p:txBody>
          <a:bodyPr lIns="64275" tIns="64275" rIns="64275" bIns="64275" anchor="t">
            <a:spAutoFit/>
          </a:bodyPr>
          <a:lstStyle>
            <a:lvl1pPr>
              <a:defRPr>
                <a:solidFill>
                  <a:srgbClr val="A7A7A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54;p13"/>
          <p:cNvSpPr/>
          <p:nvPr/>
        </p:nvSpPr>
        <p:spPr>
          <a:xfrm>
            <a:off x="8257030" y="4727447"/>
            <a:ext cx="788702" cy="31560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5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 sz="1400"/>
          </a:p>
        </p:txBody>
      </p:sp>
      <p:pic>
        <p:nvPicPr>
          <p:cNvPr id="195" name="Google Shape;55;p13" descr="Google Shape;55;p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508" y="4727447"/>
            <a:ext cx="1429406" cy="3154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96" name="Google Shape;56;p13" descr="Google Shape;56;p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983" y="4769758"/>
            <a:ext cx="982217" cy="23084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97" name="Slide Number"/>
          <p:cNvSpPr txBox="1"/>
          <p:nvPr>
            <p:ph type="sldNum" sz="quarter" idx="2"/>
          </p:nvPr>
        </p:nvSpPr>
        <p:spPr>
          <a:xfrm>
            <a:off x="8490412" y="4783454"/>
            <a:ext cx="196292" cy="18587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>
              <a:defRPr sz="13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54;p13"/>
          <p:cNvSpPr/>
          <p:nvPr/>
        </p:nvSpPr>
        <p:spPr>
          <a:xfrm>
            <a:off x="8257030" y="4727447"/>
            <a:ext cx="788702" cy="31560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5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 sz="1400"/>
          </a:p>
        </p:txBody>
      </p:sp>
      <p:pic>
        <p:nvPicPr>
          <p:cNvPr id="205" name="Google Shape;55;p13" descr="Google Shape;55;p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508" y="4727447"/>
            <a:ext cx="1429406" cy="3154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206" name="Google Shape;56;p13" descr="Google Shape;56;p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983" y="4769758"/>
            <a:ext cx="982217" cy="23084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07" name="Title Text"/>
          <p:cNvSpPr txBox="1"/>
          <p:nvPr>
            <p:ph type="title" hasCustomPrompt="1"/>
          </p:nvPr>
        </p:nvSpPr>
        <p:spPr>
          <a:xfrm>
            <a:off x="1004150" y="1751764"/>
            <a:ext cx="7136701" cy="1022401"/>
          </a:xfrm>
          <a:prstGeom prst="rect">
            <a:avLst/>
          </a:prstGeom>
        </p:spPr>
        <p:txBody>
          <a:bodyPr anchor="b"/>
          <a:lstStyle>
            <a:lvl1pPr algn="ctr">
              <a:defRPr sz="5400" b="1">
                <a:solidFill>
                  <a:srgbClr val="5E90E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Title Text</a:t>
            </a:r>
          </a:p>
        </p:txBody>
      </p:sp>
      <p:sp>
        <p:nvSpPr>
          <p:cNvPr id="208" name="Body Level One…"/>
          <p:cNvSpPr txBox="1"/>
          <p:nvPr>
            <p:ph type="body" sz="quarter" idx="1" hasCustomPrompt="1"/>
          </p:nvPr>
        </p:nvSpPr>
        <p:spPr>
          <a:xfrm>
            <a:off x="2137224" y="2850039"/>
            <a:ext cx="4870502" cy="792602"/>
          </a:xfrm>
          <a:prstGeom prst="rect">
            <a:avLst/>
          </a:prstGeom>
        </p:spPr>
        <p:txBody>
          <a:bodyPr/>
          <a:lstStyle>
            <a:lvl1pPr marL="228600" indent="-114300" algn="ctr">
              <a:lnSpc>
                <a:spcPct val="100000"/>
              </a:lnSpc>
              <a:buClrTx/>
              <a:buSzTx/>
              <a:buFontTx/>
              <a:buNone/>
              <a:defRPr sz="2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228600" indent="114300" algn="ctr">
              <a:lnSpc>
                <a:spcPct val="100000"/>
              </a:lnSpc>
              <a:buClrTx/>
              <a:buSzTx/>
              <a:buFontTx/>
              <a:buNone/>
              <a:defRPr sz="2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228600" indent="114300" algn="ctr">
              <a:lnSpc>
                <a:spcPct val="100000"/>
              </a:lnSpc>
              <a:buClrTx/>
              <a:buSzTx/>
              <a:buFontTx/>
              <a:buNone/>
              <a:defRPr sz="2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228600" indent="114300" algn="ctr">
              <a:lnSpc>
                <a:spcPct val="100000"/>
              </a:lnSpc>
              <a:buClrTx/>
              <a:buSzTx/>
              <a:buFontTx/>
              <a:buNone/>
              <a:defRPr sz="2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" indent="114300" algn="ctr">
              <a:lnSpc>
                <a:spcPct val="100000"/>
              </a:lnSpc>
              <a:buClrTx/>
              <a:buSzTx/>
              <a:buFontTx/>
              <a:buNone/>
              <a:defRPr sz="2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209" name="Slide Number"/>
          <p:cNvSpPr txBox="1"/>
          <p:nvPr>
            <p:ph type="sldNum" sz="quarter" idx="2"/>
          </p:nvPr>
        </p:nvSpPr>
        <p:spPr>
          <a:xfrm>
            <a:off x="8696874" y="4700057"/>
            <a:ext cx="324285" cy="3199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A7A7A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54;p13"/>
          <p:cNvSpPr/>
          <p:nvPr/>
        </p:nvSpPr>
        <p:spPr>
          <a:xfrm>
            <a:off x="8257030" y="4727447"/>
            <a:ext cx="788702" cy="31560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5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 sz="1400"/>
          </a:p>
        </p:txBody>
      </p:sp>
      <p:pic>
        <p:nvPicPr>
          <p:cNvPr id="217" name="Google Shape;55;p13" descr="Google Shape;55;p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508" y="4727447"/>
            <a:ext cx="1429406" cy="3154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218" name="Google Shape;56;p13" descr="Google Shape;56;p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983" y="4769758"/>
            <a:ext cx="982217" cy="23084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19" name="Title Text"/>
          <p:cNvSpPr txBox="1"/>
          <p:nvPr>
            <p:ph type="title" hasCustomPrompt="1"/>
          </p:nvPr>
        </p:nvSpPr>
        <p:spPr>
          <a:xfrm>
            <a:off x="311698" y="814799"/>
            <a:ext cx="8571303" cy="942002"/>
          </a:xfrm>
          <a:prstGeom prst="rect">
            <a:avLst/>
          </a:prstGeom>
        </p:spPr>
        <p:txBody>
          <a:bodyPr anchor="ctr"/>
          <a:lstStyle>
            <a:lvl1pPr algn="ctr">
              <a:defRPr sz="4800" b="1">
                <a:solidFill>
                  <a:srgbClr val="5E90E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Title Text</a:t>
            </a:r>
          </a:p>
        </p:txBody>
      </p:sp>
      <p:sp>
        <p:nvSpPr>
          <p:cNvPr id="220" name="Slide Number"/>
          <p:cNvSpPr txBox="1"/>
          <p:nvPr>
            <p:ph type="sldNum" sz="quarter" idx="2"/>
          </p:nvPr>
        </p:nvSpPr>
        <p:spPr>
          <a:xfrm>
            <a:off x="8696874" y="4700057"/>
            <a:ext cx="324285" cy="3199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Title Text"/>
          <p:cNvSpPr txBox="1"/>
          <p:nvPr>
            <p:ph type="title" hasCustomPrompt="1"/>
          </p:nvPr>
        </p:nvSpPr>
        <p:spPr>
          <a:xfrm>
            <a:off x="311708" y="744573"/>
            <a:ext cx="8520601" cy="2052603"/>
          </a:xfrm>
          <a:prstGeom prst="rect">
            <a:avLst/>
          </a:prstGeom>
        </p:spPr>
        <p:txBody>
          <a:bodyPr anchor="b"/>
          <a:lstStyle>
            <a:lvl1pPr algn="ctr">
              <a:defRPr sz="5200"/>
            </a:lvl1pPr>
          </a:lstStyle>
          <a:p>
            <a:r>
              <a:t>Title Text</a:t>
            </a:r>
          </a:p>
        </p:txBody>
      </p:sp>
      <p:sp>
        <p:nvSpPr>
          <p:cNvPr id="228" name="Body Level One…"/>
          <p:cNvSpPr txBox="1"/>
          <p:nvPr>
            <p:ph type="body" sz="quarter" idx="1" hasCustomPrompt="1"/>
          </p:nvPr>
        </p:nvSpPr>
        <p:spPr>
          <a:xfrm>
            <a:off x="311698" y="2834125"/>
            <a:ext cx="8520603" cy="792602"/>
          </a:xfrm>
          <a:prstGeom prst="rect">
            <a:avLst/>
          </a:prstGeom>
        </p:spPr>
        <p:txBody>
          <a:bodyPr/>
          <a:lstStyle>
            <a:lvl1pPr marL="228600" indent="-114300" algn="ctr">
              <a:lnSpc>
                <a:spcPct val="100000"/>
              </a:lnSpc>
              <a:buClrTx/>
              <a:buSzTx/>
              <a:buFontTx/>
              <a:buNone/>
              <a:defRPr sz="2800"/>
            </a:lvl1pPr>
            <a:lvl2pPr marL="228600" indent="114300" algn="ctr">
              <a:lnSpc>
                <a:spcPct val="100000"/>
              </a:lnSpc>
              <a:buClrTx/>
              <a:buSzTx/>
              <a:buFontTx/>
              <a:buNone/>
              <a:defRPr sz="2800"/>
            </a:lvl2pPr>
            <a:lvl3pPr marL="228600" indent="114300" algn="ctr">
              <a:lnSpc>
                <a:spcPct val="100000"/>
              </a:lnSpc>
              <a:buClrTx/>
              <a:buSzTx/>
              <a:buFontTx/>
              <a:buNone/>
              <a:defRPr sz="2800"/>
            </a:lvl3pPr>
            <a:lvl4pPr marL="228600" indent="114300" algn="ctr">
              <a:lnSpc>
                <a:spcPct val="100000"/>
              </a:lnSpc>
              <a:buClrTx/>
              <a:buSzTx/>
              <a:buFontTx/>
              <a:buNone/>
              <a:defRPr sz="2800"/>
            </a:lvl4pPr>
            <a:lvl5pPr marL="228600" indent="114300" algn="ctr">
              <a:lnSpc>
                <a:spcPct val="100000"/>
              </a:lnSpc>
              <a:buClrTx/>
              <a:buSzTx/>
              <a:buFontTx/>
              <a:buNone/>
              <a:defRPr sz="2800"/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22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Title Text"/>
          <p:cNvSpPr txBox="1"/>
          <p:nvPr>
            <p:ph type="title" hasCustomPrompt="1"/>
          </p:nvPr>
        </p:nvSpPr>
        <p:spPr>
          <a:xfrm>
            <a:off x="311698" y="2150848"/>
            <a:ext cx="8520603" cy="841802"/>
          </a:xfrm>
          <a:prstGeom prst="rect">
            <a:avLst/>
          </a:prstGeom>
        </p:spPr>
        <p:txBody>
          <a:bodyPr anchor="ctr"/>
          <a:lstStyle>
            <a:lvl1pPr algn="ctr">
              <a:defRPr sz="3600"/>
            </a:lvl1pPr>
          </a:lstStyle>
          <a:p>
            <a:r>
              <a:t>Title Text</a:t>
            </a:r>
          </a:p>
        </p:txBody>
      </p:sp>
      <p:sp>
        <p:nvSpPr>
          <p:cNvPr id="23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Title Text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45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24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Title Text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54" name="Body Level One…"/>
          <p:cNvSpPr txBox="1"/>
          <p:nvPr>
            <p:ph type="body" sz="half" idx="1" hasCustomPrompt="1"/>
          </p:nvPr>
        </p:nvSpPr>
        <p:spPr>
          <a:xfrm>
            <a:off x="311698" y="1152475"/>
            <a:ext cx="3999903" cy="3416400"/>
          </a:xfrm>
          <a:prstGeom prst="rect">
            <a:avLst/>
          </a:prstGeom>
        </p:spPr>
        <p:txBody>
          <a:bodyPr/>
          <a:lstStyle>
            <a:lvl1pPr indent="-317500">
              <a:buSzPts val="1400"/>
              <a:defRPr sz="1400"/>
            </a:lvl1pPr>
            <a:lvl2pPr marL="965200" indent="-355600">
              <a:buSzPts val="1400"/>
              <a:defRPr sz="1400"/>
            </a:lvl2pPr>
            <a:lvl3pPr marL="1422400" indent="-355600">
              <a:buSzPts val="1400"/>
              <a:defRPr sz="1400"/>
            </a:lvl3pPr>
            <a:lvl4pPr marL="1879600" indent="-355600">
              <a:buSzPts val="1400"/>
              <a:defRPr sz="1400"/>
            </a:lvl4pPr>
            <a:lvl5pPr marL="2336800" indent="-355600">
              <a:buSzPts val="1400"/>
              <a:defRPr sz="1400"/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255" name="Google Shape;23;p5"/>
          <p:cNvSpPr txBox="1"/>
          <p:nvPr>
            <p:ph type="body" sz="half" idx="21"/>
          </p:nvPr>
        </p:nvSpPr>
        <p:spPr>
          <a:xfrm>
            <a:off x="4832398" y="1152475"/>
            <a:ext cx="3999903" cy="34164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25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Title Text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Title Text"/>
          <p:cNvSpPr txBox="1"/>
          <p:nvPr>
            <p:ph type="title" hasCustomPrompt="1"/>
          </p:nvPr>
        </p:nvSpPr>
        <p:spPr>
          <a:xfrm>
            <a:off x="311698" y="555600"/>
            <a:ext cx="2808003" cy="7557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t>Title Text</a:t>
            </a:r>
          </a:p>
        </p:txBody>
      </p:sp>
      <p:sp>
        <p:nvSpPr>
          <p:cNvPr id="272" name="Body Level One…"/>
          <p:cNvSpPr txBox="1"/>
          <p:nvPr>
            <p:ph type="body" sz="quarter" idx="1" hasCustomPrompt="1"/>
          </p:nvPr>
        </p:nvSpPr>
        <p:spPr>
          <a:xfrm>
            <a:off x="311698" y="1389598"/>
            <a:ext cx="2808003" cy="3179403"/>
          </a:xfrm>
          <a:prstGeom prst="rect">
            <a:avLst/>
          </a:prstGeom>
        </p:spPr>
        <p:txBody>
          <a:bodyPr/>
          <a:lstStyle>
            <a:lvl1pPr indent="-304800">
              <a:buSzPts val="1200"/>
              <a:defRPr sz="1200"/>
            </a:lvl1pPr>
            <a:lvl2pPr marL="914400" indent="-304800">
              <a:buSzPts val="1200"/>
              <a:defRPr sz="1200"/>
            </a:lvl2pPr>
            <a:lvl3pPr marL="1371600" indent="-304800">
              <a:buSzPts val="1200"/>
              <a:defRPr sz="1200"/>
            </a:lvl3pPr>
            <a:lvl4pPr marL="1828800" indent="-304800">
              <a:buSzPts val="1200"/>
              <a:defRPr sz="1200"/>
            </a:lvl4pPr>
            <a:lvl5pPr marL="2286000" indent="-304800">
              <a:buSzPts val="1200"/>
              <a:defRPr sz="1200"/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27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Title Text"/>
          <p:cNvSpPr txBox="1"/>
          <p:nvPr>
            <p:ph type="title" hasCustomPrompt="1"/>
          </p:nvPr>
        </p:nvSpPr>
        <p:spPr>
          <a:xfrm>
            <a:off x="490250" y="450148"/>
            <a:ext cx="6367801" cy="4090803"/>
          </a:xfrm>
          <a:prstGeom prst="rect">
            <a:avLst/>
          </a:prstGeom>
        </p:spPr>
        <p:txBody>
          <a:bodyPr anchor="ctr"/>
          <a:lstStyle>
            <a:lvl1pPr>
              <a:defRPr sz="4800"/>
            </a:lvl1pPr>
          </a:lstStyle>
          <a:p>
            <a:r>
              <a:t>Title Text</a:t>
            </a:r>
          </a:p>
        </p:txBody>
      </p:sp>
      <p:sp>
        <p:nvSpPr>
          <p:cNvPr id="28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36;p9"/>
          <p:cNvSpPr/>
          <p:nvPr/>
        </p:nvSpPr>
        <p:spPr>
          <a:xfrm>
            <a:off x="4572000" y="-126"/>
            <a:ext cx="4572000" cy="5143503"/>
          </a:xfrm>
          <a:prstGeom prst="rect">
            <a:avLst/>
          </a:prstGeom>
          <a:solidFill>
            <a:srgbClr val="EEEEEE"/>
          </a:solidFill>
          <a:ln w="12700">
            <a:miter lim="400000"/>
          </a:ln>
        </p:spPr>
        <p:txBody>
          <a:bodyPr lIns="0" tIns="0" rIns="0" bIns="0" anchor="ctr"/>
          <a:lstStyle/>
          <a:p/>
        </p:txBody>
      </p:sp>
      <p:sp>
        <p:nvSpPr>
          <p:cNvPr id="289" name="Title Text"/>
          <p:cNvSpPr txBox="1"/>
          <p:nvPr>
            <p:ph type="title" hasCustomPrompt="1"/>
          </p:nvPr>
        </p:nvSpPr>
        <p:spPr>
          <a:xfrm>
            <a:off x="265500" y="1233175"/>
            <a:ext cx="4045200" cy="1482302"/>
          </a:xfrm>
          <a:prstGeom prst="rect">
            <a:avLst/>
          </a:prstGeom>
        </p:spPr>
        <p:txBody>
          <a:bodyPr anchor="b"/>
          <a:lstStyle>
            <a:lvl1pPr algn="ctr">
              <a:defRPr sz="4200"/>
            </a:lvl1pPr>
          </a:lstStyle>
          <a:p>
            <a:r>
              <a:t>Title Text</a:t>
            </a:r>
          </a:p>
        </p:txBody>
      </p:sp>
      <p:sp>
        <p:nvSpPr>
          <p:cNvPr id="290" name="Body Level One…"/>
          <p:cNvSpPr txBox="1"/>
          <p:nvPr>
            <p:ph type="body" sz="quarter" idx="1" hasCustomPrompt="1"/>
          </p:nvPr>
        </p:nvSpPr>
        <p:spPr>
          <a:xfrm>
            <a:off x="265500" y="2803075"/>
            <a:ext cx="4045200" cy="1235101"/>
          </a:xfrm>
          <a:prstGeom prst="rect">
            <a:avLst/>
          </a:prstGeom>
        </p:spPr>
        <p:txBody>
          <a:bodyPr/>
          <a:lstStyle>
            <a:lvl1pPr marL="228600" indent="-114300" algn="ctr">
              <a:lnSpc>
                <a:spcPct val="100000"/>
              </a:lnSpc>
              <a:buClrTx/>
              <a:buSzTx/>
              <a:buFontTx/>
              <a:buNone/>
              <a:defRPr sz="2100"/>
            </a:lvl1pPr>
            <a:lvl2pPr marL="228600" indent="114300" algn="ctr">
              <a:lnSpc>
                <a:spcPct val="100000"/>
              </a:lnSpc>
              <a:buClrTx/>
              <a:buSzTx/>
              <a:buFontTx/>
              <a:buNone/>
              <a:defRPr sz="2100"/>
            </a:lvl2pPr>
            <a:lvl3pPr marL="228600" indent="114300" algn="ctr">
              <a:lnSpc>
                <a:spcPct val="100000"/>
              </a:lnSpc>
              <a:buClrTx/>
              <a:buSzTx/>
              <a:buFontTx/>
              <a:buNone/>
              <a:defRPr sz="2100"/>
            </a:lvl3pPr>
            <a:lvl4pPr marL="228600" indent="114300" algn="ctr">
              <a:lnSpc>
                <a:spcPct val="100000"/>
              </a:lnSpc>
              <a:buClrTx/>
              <a:buSzTx/>
              <a:buFontTx/>
              <a:buNone/>
              <a:defRPr sz="2100"/>
            </a:lvl4pPr>
            <a:lvl5pPr marL="228600" indent="114300" algn="ctr">
              <a:lnSpc>
                <a:spcPct val="100000"/>
              </a:lnSpc>
              <a:buClrTx/>
              <a:buSzTx/>
              <a:buFontTx/>
              <a:buNone/>
              <a:defRPr sz="2100"/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291" name="Google Shape;39;p9"/>
          <p:cNvSpPr txBox="1"/>
          <p:nvPr>
            <p:ph type="body" sz="half" idx="21"/>
          </p:nvPr>
        </p:nvSpPr>
        <p:spPr>
          <a:xfrm>
            <a:off x="4939500" y="724074"/>
            <a:ext cx="3837000" cy="3695103"/>
          </a:xfrm>
          <a:prstGeom prst="rect">
            <a:avLst/>
          </a:prstGeom>
        </p:spPr>
        <p:txBody>
          <a:bodyPr anchor="ctr"/>
          <a:lstStyle/>
          <a:p/>
        </p:txBody>
      </p:sp>
      <p:sp>
        <p:nvSpPr>
          <p:cNvPr id="29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Body Level One…"/>
          <p:cNvSpPr txBox="1"/>
          <p:nvPr>
            <p:ph type="body" sz="quarter" idx="1" hasCustomPrompt="1"/>
          </p:nvPr>
        </p:nvSpPr>
        <p:spPr>
          <a:xfrm>
            <a:off x="311698" y="4230575"/>
            <a:ext cx="5998804" cy="605102"/>
          </a:xfrm>
          <a:prstGeom prst="rect">
            <a:avLst/>
          </a:prstGeom>
        </p:spPr>
        <p:txBody>
          <a:bodyPr anchor="ctr"/>
          <a:lstStyle>
            <a:lvl1pPr marL="0" indent="228600">
              <a:lnSpc>
                <a:spcPct val="100000"/>
              </a:lnSpc>
              <a:buClrTx/>
              <a:buSzTx/>
              <a:buFontTx/>
              <a:buNone/>
            </a:lvl1pPr>
            <a:lvl2pPr>
              <a:lnSpc>
                <a:spcPct val="100000"/>
              </a:lnSpc>
              <a:buClrTx/>
              <a:buFontTx/>
            </a:lvl2pPr>
            <a:lvl3pPr>
              <a:lnSpc>
                <a:spcPct val="100000"/>
              </a:lnSpc>
              <a:buClrTx/>
              <a:buFontTx/>
            </a:lvl3pPr>
            <a:lvl4pPr>
              <a:lnSpc>
                <a:spcPct val="100000"/>
              </a:lnSpc>
              <a:buClrTx/>
              <a:buFontTx/>
            </a:lvl4pPr>
            <a:lvl5pPr>
              <a:lnSpc>
                <a:spcPct val="100000"/>
              </a:lnSpc>
              <a:buClrTx/>
              <a:buFontTx/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30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xx%"/>
          <p:cNvSpPr txBox="1"/>
          <p:nvPr>
            <p:ph type="title" hasCustomPrompt="1"/>
          </p:nvPr>
        </p:nvSpPr>
        <p:spPr>
          <a:xfrm>
            <a:off x="311698" y="1106125"/>
            <a:ext cx="8520603" cy="1963500"/>
          </a:xfrm>
          <a:prstGeom prst="rect">
            <a:avLst/>
          </a:prstGeom>
        </p:spPr>
        <p:txBody>
          <a:bodyPr anchor="b"/>
          <a:lstStyle>
            <a:lvl1pPr algn="ctr">
              <a:defRPr sz="12000"/>
            </a:lvl1pPr>
          </a:lstStyle>
          <a:p>
            <a:r>
              <a:t>xx%</a:t>
            </a:r>
          </a:p>
        </p:txBody>
      </p:sp>
      <p:sp>
        <p:nvSpPr>
          <p:cNvPr id="308" name="Body Level One…"/>
          <p:cNvSpPr txBox="1"/>
          <p:nvPr>
            <p:ph type="body" sz="half" idx="1" hasCustomPrompt="1"/>
          </p:nvPr>
        </p:nvSpPr>
        <p:spPr>
          <a:xfrm>
            <a:off x="311698" y="3152225"/>
            <a:ext cx="8520603" cy="1300800"/>
          </a:xfrm>
          <a:prstGeom prst="rect">
            <a:avLst/>
          </a:prstGeom>
        </p:spPr>
        <p:txBody>
          <a:bodyPr/>
          <a:lstStyle>
            <a:lvl1pPr algn="ctr"/>
            <a:lvl2pPr algn="ctr"/>
            <a:lvl3pPr algn="ctr"/>
            <a:lvl4pPr algn="ctr"/>
            <a:lvl5pPr algn="ctr"/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30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58;p14"/>
          <p:cNvSpPr/>
          <p:nvPr/>
        </p:nvSpPr>
        <p:spPr>
          <a:xfrm>
            <a:off x="-20437" y="1710258"/>
            <a:ext cx="9265802" cy="2201700"/>
          </a:xfrm>
          <a:prstGeom prst="rect">
            <a:avLst/>
          </a:prstGeom>
          <a:solidFill>
            <a:srgbClr val="E7E6E6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sp>
        <p:nvSpPr>
          <p:cNvPr id="324" name="Title Text"/>
          <p:cNvSpPr txBox="1"/>
          <p:nvPr>
            <p:ph type="title" hasCustomPrompt="1"/>
          </p:nvPr>
        </p:nvSpPr>
        <p:spPr>
          <a:xfrm>
            <a:off x="4316803" y="1797455"/>
            <a:ext cx="4704902" cy="1014302"/>
          </a:xfrm>
          <a:prstGeom prst="rect">
            <a:avLst/>
          </a:prstGeom>
        </p:spPr>
        <p:txBody>
          <a:bodyPr lIns="0" tIns="0" rIns="0" bIns="0"/>
          <a:lstStyle>
            <a:lvl1pPr>
              <a:defRPr sz="4800" b="1">
                <a:solidFill>
                  <a:srgbClr val="5E90E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Title Text</a:t>
            </a:r>
          </a:p>
        </p:txBody>
      </p:sp>
      <p:sp>
        <p:nvSpPr>
          <p:cNvPr id="325" name="Body Level One…"/>
          <p:cNvSpPr txBox="1"/>
          <p:nvPr>
            <p:ph type="body" sz="quarter" idx="1" hasCustomPrompt="1"/>
          </p:nvPr>
        </p:nvSpPr>
        <p:spPr>
          <a:xfrm>
            <a:off x="4391025" y="2537460"/>
            <a:ext cx="4556701" cy="1285802"/>
          </a:xfrm>
          <a:prstGeom prst="rect">
            <a:avLst/>
          </a:prstGeom>
        </p:spPr>
        <p:txBody>
          <a:bodyPr lIns="0" tIns="0" rIns="0" bIns="0"/>
          <a:lstStyle>
            <a:lvl1pPr marL="0" indent="228600">
              <a:lnSpc>
                <a:spcPct val="100000"/>
              </a:lnSpc>
              <a:spcBef>
                <a:spcPts val="1200"/>
              </a:spcBef>
              <a:buClrTx/>
              <a:buSzTx/>
              <a:buFontTx/>
              <a:buNone/>
              <a:defRPr sz="2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indent="228600">
              <a:lnSpc>
                <a:spcPct val="100000"/>
              </a:lnSpc>
              <a:spcBef>
                <a:spcPts val="1200"/>
              </a:spcBef>
              <a:buClrTx/>
              <a:buSzTx/>
              <a:buFontTx/>
              <a:buNone/>
              <a:defRPr sz="2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indent="228600">
              <a:lnSpc>
                <a:spcPct val="100000"/>
              </a:lnSpc>
              <a:spcBef>
                <a:spcPts val="1200"/>
              </a:spcBef>
              <a:buClrTx/>
              <a:buSzTx/>
              <a:buFontTx/>
              <a:buNone/>
              <a:defRPr sz="2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indent="228600">
              <a:lnSpc>
                <a:spcPct val="100000"/>
              </a:lnSpc>
              <a:spcBef>
                <a:spcPts val="1200"/>
              </a:spcBef>
              <a:buClrTx/>
              <a:buSzTx/>
              <a:buFontTx/>
              <a:buNone/>
              <a:defRPr sz="2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indent="228600">
              <a:lnSpc>
                <a:spcPct val="100000"/>
              </a:lnSpc>
              <a:spcBef>
                <a:spcPts val="1200"/>
              </a:spcBef>
              <a:buClrTx/>
              <a:buSzTx/>
              <a:buFontTx/>
              <a:buNone/>
              <a:defRPr sz="2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pic>
        <p:nvPicPr>
          <p:cNvPr id="326" name="Google Shape;61;p14" descr="Google Shape;61;p14"/>
          <p:cNvPicPr>
            <a:picLocks noChangeAspect="1"/>
          </p:cNvPicPr>
          <p:nvPr/>
        </p:nvPicPr>
        <p:blipFill>
          <a:blip r:embed="rId3"/>
          <a:srcRect l="4387" t="12167" r="4396" b="12167"/>
          <a:stretch>
            <a:fillRect/>
          </a:stretch>
        </p:blipFill>
        <p:spPr>
          <a:xfrm>
            <a:off x="367418" y="1955562"/>
            <a:ext cx="3002391" cy="115526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27" name="Google Shape;62;p14"/>
          <p:cNvSpPr txBox="1"/>
          <p:nvPr>
            <p:ph type="body" sz="quarter" idx="21"/>
          </p:nvPr>
        </p:nvSpPr>
        <p:spPr>
          <a:xfrm>
            <a:off x="2614611" y="4751508"/>
            <a:ext cx="4353003" cy="172802"/>
          </a:xfrm>
          <a:prstGeom prst="rect">
            <a:avLst/>
          </a:prstGeom>
        </p:spPr>
        <p:txBody>
          <a:bodyPr lIns="50800" tIns="50800" rIns="50800" bIns="50800" anchor="b"/>
          <a:lstStyle/>
          <a:p>
            <a:pPr marL="182880" indent="-137160" defTabSz="365760">
              <a:buSzPts val="700"/>
              <a:defRPr sz="720"/>
            </a:pPr>
          </a:p>
        </p:txBody>
      </p:sp>
      <p:pic>
        <p:nvPicPr>
          <p:cNvPr id="328" name="Google Shape;63;p14" descr="Google Shape;63;p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1173" y="3396979"/>
            <a:ext cx="1429406" cy="3154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29" name="Google Shape;64;p14" descr="Google Shape;64;p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4088" y="3439292"/>
            <a:ext cx="982217" cy="23084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30" name="Slide Number"/>
          <p:cNvSpPr txBox="1"/>
          <p:nvPr>
            <p:ph type="sldNum" sz="quarter" idx="2"/>
          </p:nvPr>
        </p:nvSpPr>
        <p:spPr>
          <a:xfrm>
            <a:off x="8490412" y="4783454"/>
            <a:ext cx="196292" cy="18587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>
              <a:defRPr sz="13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54;p13"/>
          <p:cNvSpPr/>
          <p:nvPr/>
        </p:nvSpPr>
        <p:spPr>
          <a:xfrm>
            <a:off x="8257030" y="4727447"/>
            <a:ext cx="788702" cy="31560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pic>
        <p:nvPicPr>
          <p:cNvPr id="338" name="Google Shape;55;p13" descr="Google Shape;55;p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508" y="4727447"/>
            <a:ext cx="1429406" cy="3154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39" name="Google Shape;56;p13" descr="Google Shape;56;p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983" y="4769758"/>
            <a:ext cx="982217" cy="23084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40" name="Title Text"/>
          <p:cNvSpPr txBox="1"/>
          <p:nvPr>
            <p:ph type="title" hasCustomPrompt="1"/>
          </p:nvPr>
        </p:nvSpPr>
        <p:spPr>
          <a:xfrm>
            <a:off x="505420" y="86321"/>
            <a:ext cx="8043302" cy="480001"/>
          </a:xfrm>
          <a:prstGeom prst="rect">
            <a:avLst/>
          </a:prstGeom>
        </p:spPr>
        <p:txBody>
          <a:bodyPr lIns="0" tIns="0" rIns="0" bIns="0"/>
          <a:lstStyle>
            <a:lvl1pPr>
              <a:defRPr sz="4800" b="1">
                <a:solidFill>
                  <a:srgbClr val="5E90E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Title Text</a:t>
            </a:r>
          </a:p>
        </p:txBody>
      </p:sp>
      <p:sp>
        <p:nvSpPr>
          <p:cNvPr id="341" name="Body Level One…"/>
          <p:cNvSpPr txBox="1"/>
          <p:nvPr>
            <p:ph type="body" idx="1" hasCustomPrompt="1"/>
          </p:nvPr>
        </p:nvSpPr>
        <p:spPr>
          <a:xfrm>
            <a:off x="486372" y="1076599"/>
            <a:ext cx="8304301" cy="3792602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‣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indent="-314325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•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indent="-314325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-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indent="-314325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-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indent="-314325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-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342" name="Google Shape;70;p15"/>
          <p:cNvSpPr txBox="1"/>
          <p:nvPr>
            <p:ph type="body" sz="quarter" idx="21"/>
          </p:nvPr>
        </p:nvSpPr>
        <p:spPr>
          <a:xfrm>
            <a:off x="538945" y="615591"/>
            <a:ext cx="6713700" cy="252002"/>
          </a:xfrm>
          <a:prstGeom prst="rect">
            <a:avLst/>
          </a:prstGeom>
        </p:spPr>
        <p:txBody>
          <a:bodyPr lIns="50800" tIns="50800" rIns="50800" bIns="50800"/>
          <a:lstStyle/>
          <a:p>
            <a:pPr marL="292735" indent="-219710" defTabSz="585470">
              <a:buSzPts val="1100"/>
              <a:defRPr sz="1150"/>
            </a:pPr>
          </a:p>
        </p:txBody>
      </p:sp>
      <p:sp>
        <p:nvSpPr>
          <p:cNvPr id="343" name="Slide Number"/>
          <p:cNvSpPr txBox="1"/>
          <p:nvPr>
            <p:ph type="sldNum" sz="quarter" idx="2"/>
          </p:nvPr>
        </p:nvSpPr>
        <p:spPr>
          <a:xfrm>
            <a:off x="4539764" y="4781550"/>
            <a:ext cx="269987" cy="265621"/>
          </a:xfrm>
          <a:prstGeom prst="rect">
            <a:avLst/>
          </a:prstGeom>
        </p:spPr>
        <p:txBody>
          <a:bodyPr lIns="64275" tIns="64275" rIns="64275" bIns="64275" anchor="t">
            <a:spAutoFit/>
          </a:bodyPr>
          <a:lstStyle>
            <a:lvl1pPr>
              <a:defRPr>
                <a:solidFill>
                  <a:srgbClr val="A7A7A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72;p16"/>
          <p:cNvSpPr/>
          <p:nvPr/>
        </p:nvSpPr>
        <p:spPr>
          <a:xfrm>
            <a:off x="4561087" y="0"/>
            <a:ext cx="4581903" cy="5143500"/>
          </a:xfrm>
          <a:prstGeom prst="rect">
            <a:avLst/>
          </a:prstGeom>
          <a:solidFill>
            <a:srgbClr val="E7E6E6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sp>
        <p:nvSpPr>
          <p:cNvPr id="351" name="Title Text"/>
          <p:cNvSpPr txBox="1"/>
          <p:nvPr>
            <p:ph type="title" hasCustomPrompt="1"/>
          </p:nvPr>
        </p:nvSpPr>
        <p:spPr>
          <a:xfrm>
            <a:off x="367900" y="2136967"/>
            <a:ext cx="3987002" cy="869702"/>
          </a:xfrm>
          <a:prstGeom prst="rect">
            <a:avLst/>
          </a:prstGeom>
        </p:spPr>
        <p:txBody>
          <a:bodyPr lIns="0" tIns="0" rIns="0" bIns="0"/>
          <a:lstStyle>
            <a:lvl1pPr>
              <a:defRPr sz="4800" b="1">
                <a:solidFill>
                  <a:srgbClr val="5E90E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Title Text</a:t>
            </a:r>
          </a:p>
        </p:txBody>
      </p:sp>
      <p:sp>
        <p:nvSpPr>
          <p:cNvPr id="352" name="Google Shape;74;p16"/>
          <p:cNvSpPr txBox="1"/>
          <p:nvPr/>
        </p:nvSpPr>
        <p:spPr>
          <a:xfrm>
            <a:off x="5416108" y="3428515"/>
            <a:ext cx="3115802" cy="44314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 marR="3810" indent="5080" algn="ctr">
              <a:lnSpc>
                <a:spcPct val="115000"/>
              </a:lnSpc>
              <a:defRPr sz="15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t>The first all-in-one open source  software for autonomous driving</a:t>
            </a:r>
          </a:p>
        </p:txBody>
      </p:sp>
      <p:pic>
        <p:nvPicPr>
          <p:cNvPr id="353" name="Google Shape;75;p16" descr="Google Shape;75;p16"/>
          <p:cNvPicPr>
            <a:picLocks noChangeAspect="1"/>
          </p:cNvPicPr>
          <p:nvPr/>
        </p:nvPicPr>
        <p:blipFill>
          <a:blip r:embed="rId2"/>
          <a:srcRect l="4387" t="12167" r="4396" b="12167"/>
          <a:stretch>
            <a:fillRect/>
          </a:stretch>
        </p:blipFill>
        <p:spPr>
          <a:xfrm>
            <a:off x="5350809" y="1460262"/>
            <a:ext cx="3002385" cy="115526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54" name="Body Level One…"/>
          <p:cNvSpPr txBox="1"/>
          <p:nvPr>
            <p:ph type="body" sz="quarter" idx="1" hasCustomPrompt="1"/>
          </p:nvPr>
        </p:nvSpPr>
        <p:spPr>
          <a:xfrm>
            <a:off x="443695" y="3063517"/>
            <a:ext cx="4023001" cy="252002"/>
          </a:xfrm>
          <a:prstGeom prst="rect">
            <a:avLst/>
          </a:prstGeom>
        </p:spPr>
        <p:txBody>
          <a:bodyPr lIns="50800" tIns="50800" rIns="50800" bIns="50800"/>
          <a:lstStyle>
            <a:lvl1pPr marL="0" indent="228600">
              <a:lnSpc>
                <a:spcPct val="100000"/>
              </a:lnSpc>
              <a:buClrTx/>
              <a:buSzTx/>
              <a:buFontTx/>
              <a:buNone/>
              <a:defRPr sz="1300" b="1">
                <a:solidFill>
                  <a:srgbClr val="A9A9A9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826770" indent="-226695">
              <a:lnSpc>
                <a:spcPct val="100000"/>
              </a:lnSpc>
              <a:buClrTx/>
              <a:buSzPts val="1300"/>
              <a:buFontTx/>
              <a:buChar char="•"/>
              <a:defRPr sz="1300" b="1">
                <a:solidFill>
                  <a:srgbClr val="A9A9A9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283970" indent="-226695">
              <a:lnSpc>
                <a:spcPct val="100000"/>
              </a:lnSpc>
              <a:buClrTx/>
              <a:buSzPts val="1300"/>
              <a:buFontTx/>
              <a:buChar char="-"/>
              <a:defRPr sz="1300" b="1">
                <a:solidFill>
                  <a:srgbClr val="A9A9A9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741170" indent="-226695">
              <a:lnSpc>
                <a:spcPct val="100000"/>
              </a:lnSpc>
              <a:buClrTx/>
              <a:buSzPts val="1300"/>
              <a:buFontTx/>
              <a:buChar char="-"/>
              <a:defRPr sz="1300" b="1">
                <a:solidFill>
                  <a:srgbClr val="A9A9A9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198370" indent="-226695">
              <a:lnSpc>
                <a:spcPct val="100000"/>
              </a:lnSpc>
              <a:buClrTx/>
              <a:buSzPts val="1300"/>
              <a:buFontTx/>
              <a:buChar char="-"/>
              <a:defRPr sz="1300" b="1">
                <a:solidFill>
                  <a:srgbClr val="A9A9A9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355" name="Slide Number"/>
          <p:cNvSpPr txBox="1"/>
          <p:nvPr>
            <p:ph type="sldNum" sz="quarter" idx="2"/>
          </p:nvPr>
        </p:nvSpPr>
        <p:spPr>
          <a:xfrm>
            <a:off x="4473346" y="4782787"/>
            <a:ext cx="196293" cy="18587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>
              <a:defRPr sz="13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54;p13"/>
          <p:cNvSpPr/>
          <p:nvPr/>
        </p:nvSpPr>
        <p:spPr>
          <a:xfrm>
            <a:off x="8257030" y="4727447"/>
            <a:ext cx="788702" cy="31560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pic>
        <p:nvPicPr>
          <p:cNvPr id="363" name="Google Shape;55;p13" descr="Google Shape;55;p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508" y="4727447"/>
            <a:ext cx="1429406" cy="3154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64" name="Google Shape;56;p13" descr="Google Shape;56;p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983" y="4769758"/>
            <a:ext cx="982217" cy="23084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65" name="Title Text"/>
          <p:cNvSpPr txBox="1"/>
          <p:nvPr>
            <p:ph type="title" hasCustomPrompt="1"/>
          </p:nvPr>
        </p:nvSpPr>
        <p:spPr>
          <a:xfrm>
            <a:off x="581622" y="86321"/>
            <a:ext cx="6590101" cy="783000"/>
          </a:xfrm>
          <a:prstGeom prst="rect">
            <a:avLst/>
          </a:prstGeom>
        </p:spPr>
        <p:txBody>
          <a:bodyPr lIns="0" tIns="0" rIns="0" bIns="0"/>
          <a:lstStyle>
            <a:lvl1pPr>
              <a:defRPr sz="4800" b="1">
                <a:solidFill>
                  <a:srgbClr val="5E90E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Title Text</a:t>
            </a:r>
          </a:p>
        </p:txBody>
      </p:sp>
      <p:sp>
        <p:nvSpPr>
          <p:cNvPr id="366" name="Body Level One…"/>
          <p:cNvSpPr txBox="1"/>
          <p:nvPr>
            <p:ph type="body" idx="1" hasCustomPrompt="1"/>
          </p:nvPr>
        </p:nvSpPr>
        <p:spPr>
          <a:xfrm>
            <a:off x="486372" y="918208"/>
            <a:ext cx="8304301" cy="3951002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‣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indent="-314325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•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indent="-314325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-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indent="-314325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-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indent="-314325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-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367" name="Slide Number"/>
          <p:cNvSpPr txBox="1"/>
          <p:nvPr>
            <p:ph type="sldNum" sz="quarter" idx="2"/>
          </p:nvPr>
        </p:nvSpPr>
        <p:spPr>
          <a:xfrm>
            <a:off x="4539764" y="4781550"/>
            <a:ext cx="269987" cy="265621"/>
          </a:xfrm>
          <a:prstGeom prst="rect">
            <a:avLst/>
          </a:prstGeom>
        </p:spPr>
        <p:txBody>
          <a:bodyPr lIns="64275" tIns="64275" rIns="64275" bIns="64275" anchor="t">
            <a:spAutoFit/>
          </a:bodyPr>
          <a:lstStyle>
            <a:lvl1pPr>
              <a:defRPr>
                <a:solidFill>
                  <a:srgbClr val="A7A7A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54;p13"/>
          <p:cNvSpPr/>
          <p:nvPr/>
        </p:nvSpPr>
        <p:spPr>
          <a:xfrm>
            <a:off x="8257030" y="4727447"/>
            <a:ext cx="788702" cy="31560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pic>
        <p:nvPicPr>
          <p:cNvPr id="375" name="Google Shape;55;p13" descr="Google Shape;55;p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508" y="4727447"/>
            <a:ext cx="1429406" cy="3154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76" name="Google Shape;56;p13" descr="Google Shape;56;p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983" y="4769758"/>
            <a:ext cx="982217" cy="23084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77" name="Title Text"/>
          <p:cNvSpPr txBox="1"/>
          <p:nvPr>
            <p:ph type="title" hasCustomPrompt="1"/>
          </p:nvPr>
        </p:nvSpPr>
        <p:spPr>
          <a:xfrm>
            <a:off x="158351" y="-17907"/>
            <a:ext cx="6002700" cy="476400"/>
          </a:xfrm>
          <a:prstGeom prst="rect">
            <a:avLst/>
          </a:prstGeom>
        </p:spPr>
        <p:txBody>
          <a:bodyPr lIns="0" tIns="0" rIns="0" bIns="0"/>
          <a:lstStyle>
            <a:lvl1pPr>
              <a:defRPr sz="4800" b="1">
                <a:solidFill>
                  <a:srgbClr val="5E90E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Title Text</a:t>
            </a:r>
          </a:p>
        </p:txBody>
      </p:sp>
      <p:sp>
        <p:nvSpPr>
          <p:cNvPr id="378" name="Slide Number"/>
          <p:cNvSpPr txBox="1"/>
          <p:nvPr>
            <p:ph type="sldNum" sz="quarter" idx="2"/>
          </p:nvPr>
        </p:nvSpPr>
        <p:spPr>
          <a:xfrm>
            <a:off x="4515700" y="4782787"/>
            <a:ext cx="153925" cy="14884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>
              <a:defRPr>
                <a:solidFill>
                  <a:srgbClr val="A7A7A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54;p13"/>
          <p:cNvSpPr/>
          <p:nvPr/>
        </p:nvSpPr>
        <p:spPr>
          <a:xfrm>
            <a:off x="8257030" y="4727447"/>
            <a:ext cx="788702" cy="31560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pic>
        <p:nvPicPr>
          <p:cNvPr id="386" name="Google Shape;55;p13" descr="Google Shape;55;p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508" y="4727447"/>
            <a:ext cx="1429406" cy="3154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87" name="Google Shape;56;p13" descr="Google Shape;56;p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983" y="4769758"/>
            <a:ext cx="982217" cy="23084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88" name="Title Text"/>
          <p:cNvSpPr txBox="1"/>
          <p:nvPr>
            <p:ph type="title" hasCustomPrompt="1"/>
          </p:nvPr>
        </p:nvSpPr>
        <p:spPr>
          <a:xfrm>
            <a:off x="158351" y="-17907"/>
            <a:ext cx="6002700" cy="476400"/>
          </a:xfrm>
          <a:prstGeom prst="rect">
            <a:avLst/>
          </a:prstGeom>
        </p:spPr>
        <p:txBody>
          <a:bodyPr lIns="0" tIns="0" rIns="0" bIns="0"/>
          <a:lstStyle>
            <a:lvl1pPr>
              <a:defRPr sz="4800" b="1">
                <a:solidFill>
                  <a:srgbClr val="5E90E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Title Text</a:t>
            </a:r>
          </a:p>
        </p:txBody>
      </p:sp>
      <p:sp>
        <p:nvSpPr>
          <p:cNvPr id="389" name="Body Level One…"/>
          <p:cNvSpPr txBox="1"/>
          <p:nvPr>
            <p:ph type="body" sz="quarter" idx="1" hasCustomPrompt="1"/>
          </p:nvPr>
        </p:nvSpPr>
        <p:spPr>
          <a:xfrm>
            <a:off x="663099" y="464058"/>
            <a:ext cx="5497803" cy="476402"/>
          </a:xfrm>
          <a:prstGeom prst="rect">
            <a:avLst/>
          </a:prstGeom>
        </p:spPr>
        <p:txBody>
          <a:bodyPr lIns="0" tIns="0" rIns="0" bIns="0"/>
          <a:lstStyle>
            <a:lvl1pPr marL="0" indent="228600">
              <a:lnSpc>
                <a:spcPct val="100000"/>
              </a:lnSpc>
              <a:buClrTx/>
              <a:buSzTx/>
              <a:buFontTx/>
              <a:buNone/>
              <a:defRPr sz="3000">
                <a:solidFill>
                  <a:srgbClr val="A7A7A7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1123950" indent="-523875">
              <a:lnSpc>
                <a:spcPct val="100000"/>
              </a:lnSpc>
              <a:buClrTx/>
              <a:buSzPts val="3000"/>
              <a:buFontTx/>
              <a:buChar char="•"/>
              <a:defRPr sz="3000">
                <a:solidFill>
                  <a:srgbClr val="A7A7A7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581150" indent="-523875">
              <a:lnSpc>
                <a:spcPct val="100000"/>
              </a:lnSpc>
              <a:buClrTx/>
              <a:buSzPts val="3000"/>
              <a:buFontTx/>
              <a:buChar char="-"/>
              <a:defRPr sz="3000">
                <a:solidFill>
                  <a:srgbClr val="A7A7A7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2038350" indent="-523875">
              <a:lnSpc>
                <a:spcPct val="100000"/>
              </a:lnSpc>
              <a:buClrTx/>
              <a:buSzPts val="3000"/>
              <a:buFontTx/>
              <a:buChar char="-"/>
              <a:defRPr sz="3000">
                <a:solidFill>
                  <a:srgbClr val="A7A7A7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495550" indent="-523875">
              <a:lnSpc>
                <a:spcPct val="100000"/>
              </a:lnSpc>
              <a:buClrTx/>
              <a:buSzPts val="3000"/>
              <a:buFontTx/>
              <a:buChar char="-"/>
              <a:defRPr sz="3000">
                <a:solidFill>
                  <a:srgbClr val="A7A7A7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390" name="Slide Number"/>
          <p:cNvSpPr txBox="1"/>
          <p:nvPr>
            <p:ph type="sldNum" sz="quarter" idx="2"/>
          </p:nvPr>
        </p:nvSpPr>
        <p:spPr>
          <a:xfrm>
            <a:off x="8490412" y="4783454"/>
            <a:ext cx="196292" cy="18587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>
              <a:defRPr sz="13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, &amp; Photo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54;p13"/>
          <p:cNvSpPr/>
          <p:nvPr/>
        </p:nvSpPr>
        <p:spPr>
          <a:xfrm>
            <a:off x="8257030" y="4727447"/>
            <a:ext cx="788702" cy="31560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pic>
        <p:nvPicPr>
          <p:cNvPr id="398" name="Google Shape;55;p13" descr="Google Shape;55;p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508" y="4727447"/>
            <a:ext cx="1429406" cy="3154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99" name="Google Shape;56;p13" descr="Google Shape;56;p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983" y="4769758"/>
            <a:ext cx="982217" cy="23084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00" name="Title Text"/>
          <p:cNvSpPr txBox="1"/>
          <p:nvPr>
            <p:ph type="title" hasCustomPrompt="1"/>
          </p:nvPr>
        </p:nvSpPr>
        <p:spPr>
          <a:xfrm>
            <a:off x="343494" y="191096"/>
            <a:ext cx="8457003" cy="468901"/>
          </a:xfrm>
          <a:prstGeom prst="rect">
            <a:avLst/>
          </a:prstGeom>
        </p:spPr>
        <p:txBody>
          <a:bodyPr lIns="0" tIns="0" rIns="0" bIns="0"/>
          <a:lstStyle>
            <a:lvl1pPr>
              <a:defRPr sz="4800" b="1">
                <a:solidFill>
                  <a:srgbClr val="5E90E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Title Text</a:t>
            </a:r>
          </a:p>
        </p:txBody>
      </p:sp>
      <p:sp>
        <p:nvSpPr>
          <p:cNvPr id="401" name="Google Shape;92;p20"/>
          <p:cNvSpPr/>
          <p:nvPr>
            <p:ph type="pic" sz="half" idx="21"/>
          </p:nvPr>
        </p:nvSpPr>
        <p:spPr>
          <a:xfrm>
            <a:off x="4999863" y="554421"/>
            <a:ext cx="3578100" cy="4290301"/>
          </a:xfrm>
          <a:prstGeom prst="rect">
            <a:avLst/>
          </a:prstGeom>
          <a:ln w="9525">
            <a:solidFill>
              <a:srgbClr val="000000"/>
            </a:solidFill>
            <a:round/>
          </a:ln>
        </p:spPr>
        <p:txBody>
          <a:bodyPr lIns="91439" tIns="45719" rIns="91439" bIns="45719">
            <a:noAutofit/>
          </a:bodyPr>
          <a:lstStyle/>
          <a:p/>
        </p:txBody>
      </p:sp>
      <p:sp>
        <p:nvSpPr>
          <p:cNvPr id="402" name="Body Level One…"/>
          <p:cNvSpPr txBox="1"/>
          <p:nvPr>
            <p:ph type="body" sz="half" idx="1" hasCustomPrompt="1"/>
          </p:nvPr>
        </p:nvSpPr>
        <p:spPr>
          <a:xfrm>
            <a:off x="513587" y="707064"/>
            <a:ext cx="4015200" cy="4131601"/>
          </a:xfrm>
          <a:prstGeom prst="rect">
            <a:avLst/>
          </a:prstGeom>
        </p:spPr>
        <p:txBody>
          <a:bodyPr lIns="0" tIns="0" rIns="0" bIns="0"/>
          <a:lstStyle>
            <a:lvl1pPr indent="-375920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SzPts val="2300"/>
              <a:buFont typeface="Helvetica"/>
              <a:buChar char="‣"/>
              <a:defRPr sz="2300">
                <a:solidFill>
                  <a:srgbClr val="53535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indent="-339090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SzPts val="2300"/>
              <a:buFont typeface="Helvetica"/>
              <a:buChar char="•"/>
              <a:defRPr sz="2300">
                <a:solidFill>
                  <a:srgbClr val="53535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indent="-339090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SzPts val="2300"/>
              <a:buFont typeface="Helvetica"/>
              <a:buChar char="•"/>
              <a:defRPr sz="2300">
                <a:solidFill>
                  <a:srgbClr val="53535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indent="-339090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SzPts val="2300"/>
              <a:buFont typeface="Helvetica"/>
              <a:buChar char="๏"/>
              <a:defRPr sz="2300">
                <a:solidFill>
                  <a:srgbClr val="53535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indent="-339090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SzPts val="2300"/>
              <a:buFont typeface="Helvetica"/>
              <a:buChar char="๏"/>
              <a:defRPr sz="2300">
                <a:solidFill>
                  <a:srgbClr val="535353"/>
                </a:solidFill>
                <a:latin typeface="Nunito"/>
                <a:ea typeface="Nunito"/>
                <a:cs typeface="Nunito"/>
                <a:sym typeface="Nunito"/>
              </a:defRPr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403" name="Slide Number"/>
          <p:cNvSpPr txBox="1"/>
          <p:nvPr>
            <p:ph type="sldNum" sz="quarter" idx="2"/>
          </p:nvPr>
        </p:nvSpPr>
        <p:spPr>
          <a:xfrm>
            <a:off x="4539764" y="4781550"/>
            <a:ext cx="269987" cy="265621"/>
          </a:xfrm>
          <a:prstGeom prst="rect">
            <a:avLst/>
          </a:prstGeom>
        </p:spPr>
        <p:txBody>
          <a:bodyPr lIns="64275" tIns="64275" rIns="64275" bIns="64275" anchor="t">
            <a:spAutoFit/>
          </a:bodyPr>
          <a:lstStyle>
            <a:lvl1pPr>
              <a:defRPr>
                <a:solidFill>
                  <a:srgbClr val="A7A7A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54;p13"/>
          <p:cNvSpPr/>
          <p:nvPr/>
        </p:nvSpPr>
        <p:spPr>
          <a:xfrm>
            <a:off x="8257030" y="4727447"/>
            <a:ext cx="788702" cy="31560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pic>
        <p:nvPicPr>
          <p:cNvPr id="411" name="Google Shape;55;p13" descr="Google Shape;55;p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508" y="4727447"/>
            <a:ext cx="1429406" cy="3154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412" name="Google Shape;56;p13" descr="Google Shape;56;p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983" y="4769758"/>
            <a:ext cx="982217" cy="23084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13" name="Slide Number"/>
          <p:cNvSpPr txBox="1"/>
          <p:nvPr>
            <p:ph type="sldNum" sz="quarter" idx="2"/>
          </p:nvPr>
        </p:nvSpPr>
        <p:spPr>
          <a:xfrm>
            <a:off x="8490412" y="4783454"/>
            <a:ext cx="196292" cy="18587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>
              <a:defRPr sz="13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54;p13"/>
          <p:cNvSpPr/>
          <p:nvPr/>
        </p:nvSpPr>
        <p:spPr>
          <a:xfrm>
            <a:off x="8257030" y="4727447"/>
            <a:ext cx="788702" cy="31560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pic>
        <p:nvPicPr>
          <p:cNvPr id="421" name="Google Shape;55;p13" descr="Google Shape;55;p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508" y="4727447"/>
            <a:ext cx="1429406" cy="3154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422" name="Google Shape;56;p13" descr="Google Shape;56;p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983" y="4769758"/>
            <a:ext cx="982217" cy="23084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23" name="Title Text"/>
          <p:cNvSpPr txBox="1"/>
          <p:nvPr>
            <p:ph type="title" hasCustomPrompt="1"/>
          </p:nvPr>
        </p:nvSpPr>
        <p:spPr>
          <a:xfrm>
            <a:off x="1004150" y="1751764"/>
            <a:ext cx="7136701" cy="1022401"/>
          </a:xfrm>
          <a:prstGeom prst="rect">
            <a:avLst/>
          </a:prstGeom>
        </p:spPr>
        <p:txBody>
          <a:bodyPr anchor="b"/>
          <a:lstStyle>
            <a:lvl1pPr algn="ctr">
              <a:defRPr sz="5400" b="1">
                <a:solidFill>
                  <a:srgbClr val="5E90E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Title Text</a:t>
            </a:r>
          </a:p>
        </p:txBody>
      </p:sp>
      <p:sp>
        <p:nvSpPr>
          <p:cNvPr id="424" name="Body Level One…"/>
          <p:cNvSpPr txBox="1"/>
          <p:nvPr>
            <p:ph type="body" sz="quarter" idx="1" hasCustomPrompt="1"/>
          </p:nvPr>
        </p:nvSpPr>
        <p:spPr>
          <a:xfrm>
            <a:off x="2137224" y="2850039"/>
            <a:ext cx="4870502" cy="792602"/>
          </a:xfrm>
          <a:prstGeom prst="rect">
            <a:avLst/>
          </a:prstGeom>
        </p:spPr>
        <p:txBody>
          <a:bodyPr/>
          <a:lstStyle>
            <a:lvl1pPr marL="228600" indent="-114300" algn="ctr">
              <a:lnSpc>
                <a:spcPct val="100000"/>
              </a:lnSpc>
              <a:buClrTx/>
              <a:buSzTx/>
              <a:buFontTx/>
              <a:buNone/>
              <a:defRPr sz="2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228600" indent="114300" algn="ctr">
              <a:lnSpc>
                <a:spcPct val="100000"/>
              </a:lnSpc>
              <a:buClrTx/>
              <a:buSzTx/>
              <a:buFontTx/>
              <a:buNone/>
              <a:defRPr sz="2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228600" indent="114300" algn="ctr">
              <a:lnSpc>
                <a:spcPct val="100000"/>
              </a:lnSpc>
              <a:buClrTx/>
              <a:buSzTx/>
              <a:buFontTx/>
              <a:buNone/>
              <a:defRPr sz="2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228600" indent="114300" algn="ctr">
              <a:lnSpc>
                <a:spcPct val="100000"/>
              </a:lnSpc>
              <a:buClrTx/>
              <a:buSzTx/>
              <a:buFontTx/>
              <a:buNone/>
              <a:defRPr sz="2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" indent="114300" algn="ctr">
              <a:lnSpc>
                <a:spcPct val="100000"/>
              </a:lnSpc>
              <a:buClrTx/>
              <a:buSzTx/>
              <a:buFontTx/>
              <a:buNone/>
              <a:defRPr sz="2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425" name="Slide Number"/>
          <p:cNvSpPr txBox="1"/>
          <p:nvPr>
            <p:ph type="sldNum" sz="quarter" idx="2"/>
          </p:nvPr>
        </p:nvSpPr>
        <p:spPr>
          <a:xfrm>
            <a:off x="8696874" y="4700057"/>
            <a:ext cx="324285" cy="3199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A7A7A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54;p13"/>
          <p:cNvSpPr/>
          <p:nvPr/>
        </p:nvSpPr>
        <p:spPr>
          <a:xfrm>
            <a:off x="8257030" y="4727447"/>
            <a:ext cx="788702" cy="31560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pic>
        <p:nvPicPr>
          <p:cNvPr id="433" name="Google Shape;55;p13" descr="Google Shape;55;p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508" y="4727447"/>
            <a:ext cx="1429406" cy="3154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434" name="Google Shape;56;p13" descr="Google Shape;56;p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983" y="4769758"/>
            <a:ext cx="982217" cy="23084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35" name="Title Text"/>
          <p:cNvSpPr txBox="1"/>
          <p:nvPr>
            <p:ph type="title" hasCustomPrompt="1"/>
          </p:nvPr>
        </p:nvSpPr>
        <p:spPr>
          <a:xfrm>
            <a:off x="311698" y="814799"/>
            <a:ext cx="8571303" cy="942002"/>
          </a:xfrm>
          <a:prstGeom prst="rect">
            <a:avLst/>
          </a:prstGeom>
        </p:spPr>
        <p:txBody>
          <a:bodyPr anchor="ctr"/>
          <a:lstStyle>
            <a:lvl1pPr algn="ctr">
              <a:defRPr sz="4800" b="1">
                <a:solidFill>
                  <a:srgbClr val="5E90E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Title Text</a:t>
            </a:r>
          </a:p>
        </p:txBody>
      </p:sp>
      <p:sp>
        <p:nvSpPr>
          <p:cNvPr id="436" name="Slide Number"/>
          <p:cNvSpPr txBox="1"/>
          <p:nvPr>
            <p:ph type="sldNum" sz="quarter" idx="2"/>
          </p:nvPr>
        </p:nvSpPr>
        <p:spPr>
          <a:xfrm>
            <a:off x="8696874" y="4700057"/>
            <a:ext cx="324285" cy="3199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slideLayout" Target="../slideLayouts/slideLayout44.xml"/><Relationship Id="rId3" Type="http://schemas.openxmlformats.org/officeDocument/2006/relationships/slideLayout" Target="../slideLayouts/slideLayout45.xml"/><Relationship Id="rId4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7.xml"/><Relationship Id="rId6" Type="http://schemas.openxmlformats.org/officeDocument/2006/relationships/slideLayout" Target="../slideLayouts/slideLayout48.xml"/><Relationship Id="rId7" Type="http://schemas.openxmlformats.org/officeDocument/2006/relationships/slideLayout" Target="../slideLayouts/slideLayout49.xml"/><Relationship Id="rId8" Type="http://schemas.openxmlformats.org/officeDocument/2006/relationships/slideLayout" Target="../slideLayouts/slideLayout50.xml"/><Relationship Id="rId9" Type="http://schemas.openxmlformats.org/officeDocument/2006/relationships/slideLayout" Target="../slideLayouts/slideLayout51.xml"/><Relationship Id="rId10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53.xml"/><Relationship Id="rId12" Type="http://schemas.openxmlformats.org/officeDocument/2006/relationships/slideLayout" Target="../slideLayouts/slideLayout54.xml"/><Relationship Id="rId13" Type="http://schemas.openxmlformats.org/officeDocument/2006/relationships/slideLayout" Target="../slideLayouts/slideLayout55.xml"/><Relationship Id="rId14" Type="http://schemas.openxmlformats.org/officeDocument/2006/relationships/slideLayout" Target="../slideLayouts/slideLayout56.xml"/><Relationship Id="rId15" Type="http://schemas.openxmlformats.org/officeDocument/2006/relationships/slideLayout" Target="../slideLayouts/slideLayout57.xml"/><Relationship Id="rId16" Type="http://schemas.openxmlformats.org/officeDocument/2006/relationships/slideLayout" Target="../slideLayouts/slideLayout58.xml"/><Relationship Id="rId17" Type="http://schemas.openxmlformats.org/officeDocument/2006/relationships/slideLayout" Target="../slideLayouts/slideLayout59.xml"/><Relationship Id="rId18" Type="http://schemas.openxmlformats.org/officeDocument/2006/relationships/slideLayout" Target="../slideLayouts/slideLayout60.xml"/><Relationship Id="rId19" Type="http://schemas.openxmlformats.org/officeDocument/2006/relationships/slideLayout" Target="../slideLayouts/slideLayout61.xml"/><Relationship Id="rId20" Type="http://schemas.openxmlformats.org/officeDocument/2006/relationships/slideLayout" Target="../slideLayouts/slideLayout62.xml"/><Relationship Id="rId21" Type="http://schemas.openxmlformats.org/officeDocument/2006/relationships/slideLayout" Target="../slideLayouts/slideLayout63.xml"/><Relationship Id="rId22" Type="http://schemas.openxmlformats.org/officeDocument/2006/relationships/slideLayout" Target="../slideLayouts/slideLayout64.xml"/><Relationship Id="rId23" Type="http://schemas.openxmlformats.org/officeDocument/2006/relationships/slideLayout" Target="../slideLayouts/slideLayout65.xml"/><Relationship Id="rId24" Type="http://schemas.openxmlformats.org/officeDocument/2006/relationships/slideLayout" Target="../slideLayouts/slideLayout66.xml"/><Relationship Id="rId25" Type="http://schemas.openxmlformats.org/officeDocument/2006/relationships/slideLayout" Target="../slideLayouts/slideLayout67.xml"/><Relationship Id="rId26" Type="http://schemas.openxmlformats.org/officeDocument/2006/relationships/slideLayout" Target="../slideLayouts/slideLayout68.xml"/><Relationship Id="rId27" Type="http://schemas.openxmlformats.org/officeDocument/2006/relationships/slideLayout" Target="../slideLayouts/slideLayout69.xml"/><Relationship Id="rId28" Type="http://schemas.openxmlformats.org/officeDocument/2006/relationships/slideLayout" Target="../slideLayouts/slideLayout70.xml"/><Relationship Id="rId29" Type="http://schemas.openxmlformats.org/officeDocument/2006/relationships/slideLayout" Target="../slideLayouts/slideLayout71.xml"/><Relationship Id="rId30" Type="http://schemas.openxmlformats.org/officeDocument/2006/relationships/slideLayout" Target="../slideLayouts/slideLayout72.xml"/><Relationship Id="rId31" Type="http://schemas.openxmlformats.org/officeDocument/2006/relationships/slideLayout" Target="../slideLayouts/slideLayout73.xml"/><Relationship Id="rId32" Type="http://schemas.openxmlformats.org/officeDocument/2006/relationships/slideLayout" Target="../slideLayouts/slideLayout74.xml"/><Relationship Id="rId33" Type="http://schemas.openxmlformats.org/officeDocument/2006/relationships/slideLayout" Target="../slideLayouts/slideLayout75.xml"/><Relationship Id="rId34" Type="http://schemas.openxmlformats.org/officeDocument/2006/relationships/slideLayout" Target="../slideLayouts/slideLayout76.xml"/><Relationship Id="rId35" Type="http://schemas.openxmlformats.org/officeDocument/2006/relationships/slideLayout" Target="../slideLayouts/slideLayout77.xml"/><Relationship Id="rId36" Type="http://schemas.openxmlformats.org/officeDocument/2006/relationships/slideLayout" Target="../slideLayouts/slideLayout78.xml"/><Relationship Id="rId37" Type="http://schemas.openxmlformats.org/officeDocument/2006/relationships/slideLayout" Target="../slideLayouts/slideLayout79.xml"/><Relationship Id="rId38" Type="http://schemas.openxmlformats.org/officeDocument/2006/relationships/slideLayout" Target="../slideLayouts/slideLayout80.xml"/><Relationship Id="rId39" Type="http://schemas.openxmlformats.org/officeDocument/2006/relationships/slideLayout" Target="../slideLayouts/slideLayout81.xml"/><Relationship Id="rId40" Type="http://schemas.openxmlformats.org/officeDocument/2006/relationships/slideLayout" Target="../slideLayouts/slideLayout82.xml"/><Relationship Id="rId41" Type="http://schemas.openxmlformats.org/officeDocument/2006/relationships/slideLayout" Target="../slideLayouts/slideLayout83.xml"/><Relationship Id="rId42" Type="http://schemas.openxmlformats.org/officeDocument/2006/relationships/slideLayout" Target="../slideLayouts/slideLayout84.xml"/><Relationship Id="rId4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 hasCustomPrompt="1"/>
          </p:nvPr>
        </p:nvSpPr>
        <p:spPr>
          <a:xfrm>
            <a:off x="311698" y="445025"/>
            <a:ext cx="8520603" cy="572702"/>
          </a:xfrm>
          <a:prstGeom prst="rect">
            <a:avLst/>
          </a:prstGeom>
          <a:ln w="12700">
            <a:miter lim="400000"/>
          </a:ln>
        </p:spPr>
        <p:txBody>
          <a:bodyPr lIns="91423" tIns="91423" rIns="91423" bIns="91423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311698" y="1152475"/>
            <a:ext cx="8520603" cy="3416400"/>
          </a:xfrm>
          <a:prstGeom prst="rect">
            <a:avLst/>
          </a:prstGeom>
          <a:ln w="12700">
            <a:miter lim="400000"/>
          </a:ln>
        </p:spPr>
        <p:txBody>
          <a:bodyPr lIns="91423" tIns="91423" rIns="91423" bIns="91423">
            <a:normAutofit/>
          </a:bodyPr>
          <a:lstStyle/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684348" y="4700820"/>
            <a:ext cx="336812" cy="318394"/>
          </a:xfrm>
          <a:prstGeom prst="rect">
            <a:avLst/>
          </a:prstGeom>
          <a:ln w="12700">
            <a:miter lim="400000"/>
          </a:ln>
        </p:spPr>
        <p:txBody>
          <a:bodyPr wrap="none" lIns="91423" tIns="91423" rIns="91423" bIns="91423" anchor="ctr">
            <a:normAutofit/>
          </a:bodyPr>
          <a:lstStyle>
            <a:lvl1pPr algn="r">
              <a:defRPr sz="1000">
                <a:solidFill>
                  <a:srgbClr val="585858"/>
                </a:solidFill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</p:sldLayoutIdLst>
  <p:transition spd="med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 panose="020B0604020202020204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 panose="020B0604020202020204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 panose="020B0604020202020204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 panose="020B0604020202020204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 panose="020B0604020202020204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 panose="020B0604020202020204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 panose="020B0604020202020204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 panose="020B0604020202020204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 panose="020B0604020202020204"/>
        </a:defRPr>
      </a:lvl9pPr>
    </p:titleStyle>
    <p:bodyStyle>
      <a:lvl1pPr marL="457200" marR="0" indent="-342900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rgbClr val="585858"/>
        </a:buClr>
        <a:buSzPts val="1800"/>
        <a:buFont typeface="Arial" panose="020B0604020202020204"/>
        <a:buChar char="●"/>
        <a:defRPr sz="1800" b="0" i="0" u="none" strike="noStrike" cap="none" spc="0" baseline="0">
          <a:solidFill>
            <a:srgbClr val="585858"/>
          </a:solidFill>
          <a:uFillTx/>
          <a:latin typeface="+mn-lt"/>
          <a:ea typeface="+mn-ea"/>
          <a:cs typeface="+mn-cs"/>
          <a:sym typeface="Arial" panose="020B0604020202020204"/>
        </a:defRPr>
      </a:lvl1pPr>
      <a:lvl2pPr marL="1005205" marR="0" indent="-408305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rgbClr val="585858"/>
        </a:buClr>
        <a:buSzPts val="1800"/>
        <a:buFont typeface="Arial" panose="020B0604020202020204"/>
        <a:buChar char="○"/>
        <a:defRPr sz="1800" b="0" i="0" u="none" strike="noStrike" cap="none" spc="0" baseline="0">
          <a:solidFill>
            <a:srgbClr val="585858"/>
          </a:solidFill>
          <a:uFillTx/>
          <a:latin typeface="+mn-lt"/>
          <a:ea typeface="+mn-ea"/>
          <a:cs typeface="+mn-cs"/>
          <a:sym typeface="Arial" panose="020B0604020202020204"/>
        </a:defRPr>
      </a:lvl2pPr>
      <a:lvl3pPr marL="1462405" marR="0" indent="-408305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rgbClr val="585858"/>
        </a:buClr>
        <a:buSzPts val="1800"/>
        <a:buFont typeface="Arial" panose="020B0604020202020204"/>
        <a:buChar char="■"/>
        <a:defRPr sz="1800" b="0" i="0" u="none" strike="noStrike" cap="none" spc="0" baseline="0">
          <a:solidFill>
            <a:srgbClr val="585858"/>
          </a:solidFill>
          <a:uFillTx/>
          <a:latin typeface="+mn-lt"/>
          <a:ea typeface="+mn-ea"/>
          <a:cs typeface="+mn-cs"/>
          <a:sym typeface="Arial" panose="020B0604020202020204"/>
        </a:defRPr>
      </a:lvl3pPr>
      <a:lvl4pPr marL="1919605" marR="0" indent="-408305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rgbClr val="585858"/>
        </a:buClr>
        <a:buSzPts val="1800"/>
        <a:buFont typeface="Arial" panose="020B0604020202020204"/>
        <a:buChar char="●"/>
        <a:defRPr sz="1800" b="0" i="0" u="none" strike="noStrike" cap="none" spc="0" baseline="0">
          <a:solidFill>
            <a:srgbClr val="585858"/>
          </a:solidFill>
          <a:uFillTx/>
          <a:latin typeface="+mn-lt"/>
          <a:ea typeface="+mn-ea"/>
          <a:cs typeface="+mn-cs"/>
          <a:sym typeface="Arial" panose="020B0604020202020204"/>
        </a:defRPr>
      </a:lvl4pPr>
      <a:lvl5pPr marL="2376805" marR="0" indent="-408305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rgbClr val="585858"/>
        </a:buClr>
        <a:buSzPts val="1800"/>
        <a:buFont typeface="Arial" panose="020B0604020202020204"/>
        <a:buChar char="○"/>
        <a:defRPr sz="1800" b="0" i="0" u="none" strike="noStrike" cap="none" spc="0" baseline="0">
          <a:solidFill>
            <a:srgbClr val="585858"/>
          </a:solidFill>
          <a:uFillTx/>
          <a:latin typeface="+mn-lt"/>
          <a:ea typeface="+mn-ea"/>
          <a:cs typeface="+mn-cs"/>
          <a:sym typeface="Arial" panose="020B0604020202020204"/>
        </a:defRPr>
      </a:lvl5pPr>
      <a:lvl6pPr marL="2834005" marR="0" indent="-408305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rgbClr val="585858"/>
        </a:buClr>
        <a:buSzPts val="1800"/>
        <a:buFont typeface="Arial" panose="020B0604020202020204"/>
        <a:buChar char="■"/>
        <a:defRPr sz="1800" b="0" i="0" u="none" strike="noStrike" cap="none" spc="0" baseline="0">
          <a:solidFill>
            <a:srgbClr val="585858"/>
          </a:solidFill>
          <a:uFillTx/>
          <a:latin typeface="+mn-lt"/>
          <a:ea typeface="+mn-ea"/>
          <a:cs typeface="+mn-cs"/>
          <a:sym typeface="Arial" panose="020B0604020202020204"/>
        </a:defRPr>
      </a:lvl6pPr>
      <a:lvl7pPr marL="3291205" marR="0" indent="-408305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rgbClr val="585858"/>
        </a:buClr>
        <a:buSzPts val="1800"/>
        <a:buFont typeface="Arial" panose="020B0604020202020204"/>
        <a:buChar char="●"/>
        <a:defRPr sz="1800" b="0" i="0" u="none" strike="noStrike" cap="none" spc="0" baseline="0">
          <a:solidFill>
            <a:srgbClr val="585858"/>
          </a:solidFill>
          <a:uFillTx/>
          <a:latin typeface="+mn-lt"/>
          <a:ea typeface="+mn-ea"/>
          <a:cs typeface="+mn-cs"/>
          <a:sym typeface="Arial" panose="020B0604020202020204"/>
        </a:defRPr>
      </a:lvl7pPr>
      <a:lvl8pPr marL="3748405" marR="0" indent="-408305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rgbClr val="585858"/>
        </a:buClr>
        <a:buSzPts val="1800"/>
        <a:buFont typeface="Arial" panose="020B0604020202020204"/>
        <a:buChar char="○"/>
        <a:defRPr sz="1800" b="0" i="0" u="none" strike="noStrike" cap="none" spc="0" baseline="0">
          <a:solidFill>
            <a:srgbClr val="585858"/>
          </a:solidFill>
          <a:uFillTx/>
          <a:latin typeface="+mn-lt"/>
          <a:ea typeface="+mn-ea"/>
          <a:cs typeface="+mn-cs"/>
          <a:sym typeface="Arial" panose="020B0604020202020204"/>
        </a:defRPr>
      </a:lvl8pPr>
      <a:lvl9pPr marL="4205605" marR="0" indent="-408305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rgbClr val="585858"/>
        </a:buClr>
        <a:buSzPts val="1800"/>
        <a:buFont typeface="Arial" panose="020B0604020202020204"/>
        <a:buChar char="■"/>
        <a:defRPr sz="1800" b="0" i="0" u="none" strike="noStrike" cap="none" spc="0" baseline="0">
          <a:solidFill>
            <a:srgbClr val="585858"/>
          </a:solidFill>
          <a:uFillTx/>
          <a:latin typeface="+mn-lt"/>
          <a:ea typeface="+mn-ea"/>
          <a:cs typeface="+mn-cs"/>
          <a:sym typeface="Arial" panose="020B0604020202020204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 hasCustomPrompt="1"/>
          </p:nvPr>
        </p:nvSpPr>
        <p:spPr>
          <a:xfrm>
            <a:off x="311698" y="445025"/>
            <a:ext cx="8520603" cy="572702"/>
          </a:xfrm>
          <a:prstGeom prst="rect">
            <a:avLst/>
          </a:prstGeom>
          <a:ln w="12700">
            <a:miter lim="400000"/>
          </a:ln>
        </p:spPr>
        <p:txBody>
          <a:bodyPr lIns="91423" tIns="91423" rIns="91423" bIns="91423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311698" y="1152475"/>
            <a:ext cx="8520603" cy="3416400"/>
          </a:xfrm>
          <a:prstGeom prst="rect">
            <a:avLst/>
          </a:prstGeom>
          <a:ln w="12700">
            <a:miter lim="400000"/>
          </a:ln>
        </p:spPr>
        <p:txBody>
          <a:bodyPr lIns="91423" tIns="91423" rIns="91423" bIns="91423">
            <a:normAutofit/>
          </a:bodyPr>
          <a:lstStyle/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684348" y="4700820"/>
            <a:ext cx="336812" cy="318394"/>
          </a:xfrm>
          <a:prstGeom prst="rect">
            <a:avLst/>
          </a:prstGeom>
          <a:ln w="12700">
            <a:miter lim="400000"/>
          </a:ln>
        </p:spPr>
        <p:txBody>
          <a:bodyPr wrap="none" lIns="91423" tIns="91423" rIns="91423" bIns="91423" anchor="ctr">
            <a:normAutofit/>
          </a:bodyPr>
          <a:lstStyle>
            <a:lvl1pPr algn="r">
              <a:defRPr sz="1000">
                <a:solidFill>
                  <a:srgbClr val="585858"/>
                </a:solidFill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  <p:sldLayoutId id="2147483702" r:id="rId11"/>
    <p:sldLayoutId id="2147483703" r:id="rId12"/>
    <p:sldLayoutId id="2147483704" r:id="rId13"/>
    <p:sldLayoutId id="2147483705" r:id="rId14"/>
    <p:sldLayoutId id="2147483706" r:id="rId15"/>
    <p:sldLayoutId id="2147483707" r:id="rId16"/>
    <p:sldLayoutId id="2147483708" r:id="rId17"/>
    <p:sldLayoutId id="2147483709" r:id="rId18"/>
    <p:sldLayoutId id="2147483710" r:id="rId19"/>
    <p:sldLayoutId id="2147483711" r:id="rId20"/>
    <p:sldLayoutId id="2147483712" r:id="rId21"/>
    <p:sldLayoutId id="2147483713" r:id="rId22"/>
    <p:sldLayoutId id="2147483714" r:id="rId23"/>
    <p:sldLayoutId id="2147483715" r:id="rId24"/>
    <p:sldLayoutId id="2147483716" r:id="rId25"/>
    <p:sldLayoutId id="2147483717" r:id="rId26"/>
    <p:sldLayoutId id="2147483718" r:id="rId27"/>
    <p:sldLayoutId id="2147483719" r:id="rId28"/>
    <p:sldLayoutId id="2147483720" r:id="rId29"/>
    <p:sldLayoutId id="2147483721" r:id="rId30"/>
    <p:sldLayoutId id="2147483722" r:id="rId31"/>
    <p:sldLayoutId id="2147483723" r:id="rId32"/>
    <p:sldLayoutId id="2147483724" r:id="rId33"/>
    <p:sldLayoutId id="2147483725" r:id="rId34"/>
    <p:sldLayoutId id="2147483726" r:id="rId35"/>
    <p:sldLayoutId id="2147483727" r:id="rId36"/>
    <p:sldLayoutId id="2147483728" r:id="rId37"/>
    <p:sldLayoutId id="2147483729" r:id="rId38"/>
    <p:sldLayoutId id="2147483730" r:id="rId39"/>
    <p:sldLayoutId id="2147483731" r:id="rId40"/>
    <p:sldLayoutId id="2147483732" r:id="rId41"/>
    <p:sldLayoutId id="2147483733" r:id="rId42"/>
  </p:sldLayoutIdLst>
  <p:transition spd="med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 panose="020B0604020202020204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 panose="020B0604020202020204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 panose="020B0604020202020204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 panose="020B0604020202020204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 panose="020B0604020202020204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 panose="020B0604020202020204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 panose="020B0604020202020204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 panose="020B0604020202020204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 panose="020B0604020202020204"/>
        </a:defRPr>
      </a:lvl9pPr>
    </p:titleStyle>
    <p:bodyStyle>
      <a:lvl1pPr marL="457200" marR="0" indent="-342900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rgbClr val="585858"/>
        </a:buClr>
        <a:buSzPts val="1800"/>
        <a:buFont typeface="Arial" panose="020B0604020202020204"/>
        <a:buChar char="●"/>
        <a:defRPr sz="1800" b="0" i="0" u="none" strike="noStrike" cap="none" spc="0" baseline="0">
          <a:solidFill>
            <a:srgbClr val="585858"/>
          </a:solidFill>
          <a:uFillTx/>
          <a:latin typeface="+mn-lt"/>
          <a:ea typeface="+mn-ea"/>
          <a:cs typeface="+mn-cs"/>
          <a:sym typeface="Arial" panose="020B0604020202020204"/>
        </a:defRPr>
      </a:lvl1pPr>
      <a:lvl2pPr marL="1005205" marR="0" indent="-408305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rgbClr val="585858"/>
        </a:buClr>
        <a:buSzPts val="1800"/>
        <a:buFont typeface="Arial" panose="020B0604020202020204"/>
        <a:buChar char="○"/>
        <a:defRPr sz="1800" b="0" i="0" u="none" strike="noStrike" cap="none" spc="0" baseline="0">
          <a:solidFill>
            <a:srgbClr val="585858"/>
          </a:solidFill>
          <a:uFillTx/>
          <a:latin typeface="+mn-lt"/>
          <a:ea typeface="+mn-ea"/>
          <a:cs typeface="+mn-cs"/>
          <a:sym typeface="Arial" panose="020B0604020202020204"/>
        </a:defRPr>
      </a:lvl2pPr>
      <a:lvl3pPr marL="1462405" marR="0" indent="-408305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rgbClr val="585858"/>
        </a:buClr>
        <a:buSzPts val="1800"/>
        <a:buFont typeface="Arial" panose="020B0604020202020204"/>
        <a:buChar char="■"/>
        <a:defRPr sz="1800" b="0" i="0" u="none" strike="noStrike" cap="none" spc="0" baseline="0">
          <a:solidFill>
            <a:srgbClr val="585858"/>
          </a:solidFill>
          <a:uFillTx/>
          <a:latin typeface="+mn-lt"/>
          <a:ea typeface="+mn-ea"/>
          <a:cs typeface="+mn-cs"/>
          <a:sym typeface="Arial" panose="020B0604020202020204"/>
        </a:defRPr>
      </a:lvl3pPr>
      <a:lvl4pPr marL="1919605" marR="0" indent="-408305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rgbClr val="585858"/>
        </a:buClr>
        <a:buSzPts val="1800"/>
        <a:buFont typeface="Arial" panose="020B0604020202020204"/>
        <a:buChar char="●"/>
        <a:defRPr sz="1800" b="0" i="0" u="none" strike="noStrike" cap="none" spc="0" baseline="0">
          <a:solidFill>
            <a:srgbClr val="585858"/>
          </a:solidFill>
          <a:uFillTx/>
          <a:latin typeface="+mn-lt"/>
          <a:ea typeface="+mn-ea"/>
          <a:cs typeface="+mn-cs"/>
          <a:sym typeface="Arial" panose="020B0604020202020204"/>
        </a:defRPr>
      </a:lvl4pPr>
      <a:lvl5pPr marL="2376805" marR="0" indent="-408305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rgbClr val="585858"/>
        </a:buClr>
        <a:buSzPts val="1800"/>
        <a:buFont typeface="Arial" panose="020B0604020202020204"/>
        <a:buChar char="○"/>
        <a:defRPr sz="1800" b="0" i="0" u="none" strike="noStrike" cap="none" spc="0" baseline="0">
          <a:solidFill>
            <a:srgbClr val="585858"/>
          </a:solidFill>
          <a:uFillTx/>
          <a:latin typeface="+mn-lt"/>
          <a:ea typeface="+mn-ea"/>
          <a:cs typeface="+mn-cs"/>
          <a:sym typeface="Arial" panose="020B0604020202020204"/>
        </a:defRPr>
      </a:lvl5pPr>
      <a:lvl6pPr marL="2834005" marR="0" indent="-408305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rgbClr val="585858"/>
        </a:buClr>
        <a:buSzPts val="1800"/>
        <a:buFont typeface="Arial" panose="020B0604020202020204"/>
        <a:buChar char="■"/>
        <a:defRPr sz="1800" b="0" i="0" u="none" strike="noStrike" cap="none" spc="0" baseline="0">
          <a:solidFill>
            <a:srgbClr val="585858"/>
          </a:solidFill>
          <a:uFillTx/>
          <a:latin typeface="+mn-lt"/>
          <a:ea typeface="+mn-ea"/>
          <a:cs typeface="+mn-cs"/>
          <a:sym typeface="Arial" panose="020B0604020202020204"/>
        </a:defRPr>
      </a:lvl6pPr>
      <a:lvl7pPr marL="3291205" marR="0" indent="-408305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rgbClr val="585858"/>
        </a:buClr>
        <a:buSzPts val="1800"/>
        <a:buFont typeface="Arial" panose="020B0604020202020204"/>
        <a:buChar char="●"/>
        <a:defRPr sz="1800" b="0" i="0" u="none" strike="noStrike" cap="none" spc="0" baseline="0">
          <a:solidFill>
            <a:srgbClr val="585858"/>
          </a:solidFill>
          <a:uFillTx/>
          <a:latin typeface="+mn-lt"/>
          <a:ea typeface="+mn-ea"/>
          <a:cs typeface="+mn-cs"/>
          <a:sym typeface="Arial" panose="020B0604020202020204"/>
        </a:defRPr>
      </a:lvl7pPr>
      <a:lvl8pPr marL="3748405" marR="0" indent="-408305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rgbClr val="585858"/>
        </a:buClr>
        <a:buSzPts val="1800"/>
        <a:buFont typeface="Arial" panose="020B0604020202020204"/>
        <a:buChar char="○"/>
        <a:defRPr sz="1800" b="0" i="0" u="none" strike="noStrike" cap="none" spc="0" baseline="0">
          <a:solidFill>
            <a:srgbClr val="585858"/>
          </a:solidFill>
          <a:uFillTx/>
          <a:latin typeface="+mn-lt"/>
          <a:ea typeface="+mn-ea"/>
          <a:cs typeface="+mn-cs"/>
          <a:sym typeface="Arial" panose="020B0604020202020204"/>
        </a:defRPr>
      </a:lvl8pPr>
      <a:lvl9pPr marL="4205605" marR="0" indent="-408305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rgbClr val="585858"/>
        </a:buClr>
        <a:buSzPts val="1800"/>
        <a:buFont typeface="Arial" panose="020B0604020202020204"/>
        <a:buChar char="■"/>
        <a:defRPr sz="1800" b="0" i="0" u="none" strike="noStrike" cap="none" spc="0" baseline="0">
          <a:solidFill>
            <a:srgbClr val="585858"/>
          </a:solidFill>
          <a:uFillTx/>
          <a:latin typeface="+mn-lt"/>
          <a:ea typeface="+mn-ea"/>
          <a:cs typeface="+mn-cs"/>
          <a:sym typeface="Arial" panose="020B0604020202020204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6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9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0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3.gif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16400" y="1796400"/>
            <a:ext cx="4705200" cy="720000"/>
          </a:xfrm>
        </p:spPr>
        <p:txBody>
          <a:bodyPr/>
          <a:lstStyle/>
          <a:p>
            <a:r>
              <a:rPr sz="2500" b="1">
                <a:solidFill>
                  <a:srgbClr val="4285F4"/>
                </a:solidFill>
                <a:latin typeface="Arial"/>
              </a:rPr>
              <a:t>Golf Cart bring-up progress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sz="quarter"/>
          </p:nvPr>
        </p:nvSpPr>
        <p:spPr>
          <a:xfrm>
            <a:off x="4392000" y="2538000"/>
            <a:ext cx="4557600" cy="864000"/>
          </a:xfrm>
        </p:spPr>
        <p:txBody>
          <a:bodyPr wrap="square"/>
          <a:lstStyle/>
          <a:p>
            <a:r>
              <a:rPr sz="2000" b="1">
                <a:solidFill>
                  <a:srgbClr val="000000"/>
                </a:solidFill>
                <a:latin typeface="Arial"/>
              </a:rPr>
              <a:t>National Taiwan University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535353"/>
                </a:solidFill>
                <a:latin typeface="Arial"/>
              </a:rPr>
              <a:t>Autoware LSV meeting,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999" y="86400"/>
            <a:ext cx="8042400" cy="576000"/>
          </a:xfrm>
        </p:spPr>
        <p:txBody>
          <a:bodyPr wrap="square"/>
          <a:lstStyle/>
          <a:p>
            <a:r>
              <a:rPr sz="4800" b="1">
                <a:solidFill>
                  <a:srgbClr val="4285F4"/>
                </a:solidFill>
                <a:latin typeface="Arial"/>
              </a:rPr>
              <a:t>Vehicle platform</a:t>
            </a:r>
          </a:p>
        </p:txBody>
      </p:sp>
      <p:pic>
        <p:nvPicPr>
          <p:cNvPr id="3" name="Picture 2" descr="vehicle_blvd_ini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999" y="1115999"/>
            <a:ext cx="3538893" cy="2664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896000" y="1025999"/>
            <a:ext cx="3744000" cy="10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900"/>
              </a:spcBef>
            </a:pPr>
            <a:r>
              <a:rPr sz="1350" b="0">
                <a:solidFill>
                  <a:srgbClr val="000000"/>
                </a:solidFill>
                <a:latin typeface="Arial"/>
              </a:rPr>
              <a:t>A low-speed campus vehicle on a </a:t>
            </a:r>
            <a:r>
              <a:rPr sz="1350" b="1">
                <a:solidFill>
                  <a:srgbClr val="000000"/>
                </a:solidFill>
                <a:latin typeface="Arial"/>
              </a:rPr>
              <a:t>Turing Drive VCU</a:t>
            </a:r>
            <a:r>
              <a:rPr sz="1350" b="0">
                <a:solidFill>
                  <a:srgbClr val="000000"/>
                </a:solidFill>
                <a:latin typeface="Arial"/>
              </a:rPr>
              <a:t>, with an Autoware stack across </a:t>
            </a:r>
            <a:r>
              <a:rPr sz="1350" b="1">
                <a:solidFill>
                  <a:srgbClr val="000000"/>
                </a:solidFill>
                <a:latin typeface="Arial"/>
              </a:rPr>
              <a:t>two machines</a:t>
            </a:r>
            <a:r>
              <a:rPr sz="1350" b="0">
                <a:solidFill>
                  <a:srgbClr val="000000"/>
                </a:solidFill>
                <a:latin typeface="Arial"/>
              </a:rPr>
              <a:t>.</a:t>
            </a:r>
          </a:p>
          <a:p>
            <a:pPr algn="l">
              <a:lnSpc>
                <a:spcPct val="92000"/>
              </a:lnSpc>
              <a:spcBef>
                <a:spcPts val="900"/>
              </a:spcBef>
            </a:pPr>
            <a:r>
              <a:rPr sz="1350" b="0">
                <a:solidFill>
                  <a:srgbClr val="000000"/>
                </a:solidFill>
                <a:latin typeface="Arial"/>
              </a:rPr>
              <a:t>Bring-up sequence: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96000" y="1871999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800"/>
              </a:spcBef>
            </a:pPr>
            <a:r>
              <a:rPr sz="1250" b="0">
                <a:solidFill>
                  <a:srgbClr val="000000"/>
                </a:solidFill>
                <a:latin typeface="Arial"/>
              </a:rPr>
              <a:t>1.  Sensors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03999" y="1835999"/>
            <a:ext cx="657000" cy="223200"/>
          </a:xfrm>
          <a:prstGeom prst="roundRect">
            <a:avLst>
              <a:gd name="adj" fmla="val 28000"/>
            </a:avLst>
          </a:prstGeom>
          <a:solidFill>
            <a:srgbClr val="E4F4F6"/>
          </a:solidFill>
          <a:ln w="11430">
            <a:solidFill>
              <a:srgbClr val="0097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000" b="1">
                <a:solidFill>
                  <a:srgbClr val="0097A7"/>
                </a:solidFill>
                <a:latin typeface="Arial"/>
              </a:rPr>
              <a:t>ready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96000" y="21816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800"/>
              </a:spcBef>
            </a:pPr>
            <a:r>
              <a:rPr sz="1250" b="0">
                <a:solidFill>
                  <a:srgbClr val="000000"/>
                </a:solidFill>
                <a:latin typeface="Arial"/>
              </a:rPr>
              <a:t>2.  Two-host system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03999" y="2145600"/>
            <a:ext cx="657000" cy="223200"/>
          </a:xfrm>
          <a:prstGeom prst="roundRect">
            <a:avLst>
              <a:gd name="adj" fmla="val 28000"/>
            </a:avLst>
          </a:prstGeom>
          <a:solidFill>
            <a:srgbClr val="E4F4F6"/>
          </a:solidFill>
          <a:ln w="11430">
            <a:solidFill>
              <a:srgbClr val="0097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000" b="1">
                <a:solidFill>
                  <a:srgbClr val="0097A7"/>
                </a:solidFill>
                <a:latin typeface="Arial"/>
              </a:rPr>
              <a:t>ready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96000" y="2491199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800"/>
              </a:spcBef>
            </a:pPr>
            <a:r>
              <a:rPr sz="1250" b="0">
                <a:solidFill>
                  <a:srgbClr val="000000"/>
                </a:solidFill>
                <a:latin typeface="Arial"/>
              </a:rPr>
              <a:t>3.  Vehicle interface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03999" y="2455200"/>
            <a:ext cx="991800" cy="223200"/>
          </a:xfrm>
          <a:prstGeom prst="roundRect">
            <a:avLst>
              <a:gd name="adj" fmla="val 28000"/>
            </a:avLst>
          </a:prstGeom>
          <a:solidFill>
            <a:srgbClr val="FFF6E8"/>
          </a:solidFill>
          <a:ln w="11430">
            <a:solidFill>
              <a:srgbClr val="A85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000" b="1">
                <a:solidFill>
                  <a:srgbClr val="A85F00"/>
                </a:solidFill>
                <a:latin typeface="Arial"/>
              </a:rPr>
              <a:t>in progress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6000" y="28008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800"/>
              </a:spcBef>
            </a:pPr>
            <a:r>
              <a:rPr sz="1250" b="0">
                <a:solidFill>
                  <a:srgbClr val="000000"/>
                </a:solidFill>
                <a:latin typeface="Arial"/>
              </a:rPr>
              <a:t>4.  Map preparation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03999" y="2764800"/>
            <a:ext cx="657000" cy="223200"/>
          </a:xfrm>
          <a:prstGeom prst="roundRect">
            <a:avLst>
              <a:gd name="adj" fmla="val 28000"/>
            </a:avLst>
          </a:prstGeom>
          <a:solidFill>
            <a:srgbClr val="E4F4F6"/>
          </a:solidFill>
          <a:ln w="11430">
            <a:solidFill>
              <a:srgbClr val="0097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000" b="1">
                <a:solidFill>
                  <a:srgbClr val="0097A7"/>
                </a:solidFill>
                <a:latin typeface="Arial"/>
              </a:rPr>
              <a:t>ready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6000" y="3110399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800"/>
              </a:spcBef>
            </a:pPr>
            <a:r>
              <a:rPr sz="1250" b="0">
                <a:solidFill>
                  <a:srgbClr val="000000"/>
                </a:solidFill>
                <a:latin typeface="Arial"/>
              </a:rPr>
              <a:t>5.  Data collection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03999" y="3074399"/>
            <a:ext cx="1326599" cy="223200"/>
          </a:xfrm>
          <a:prstGeom prst="roundRect">
            <a:avLst>
              <a:gd name="adj" fmla="val 28000"/>
            </a:avLst>
          </a:prstGeom>
          <a:solidFill>
            <a:srgbClr val="FFF6E8"/>
          </a:solidFill>
          <a:ln w="11430">
            <a:solidFill>
              <a:srgbClr val="A85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000" b="1">
                <a:solidFill>
                  <a:srgbClr val="A85F00"/>
                </a:solidFill>
                <a:latin typeface="Arial"/>
              </a:rPr>
              <a:t>done, data flawed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6000" y="3419999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800"/>
              </a:spcBef>
            </a:pPr>
            <a:r>
              <a:rPr sz="1250" b="0">
                <a:solidFill>
                  <a:srgbClr val="000000"/>
                </a:solidFill>
                <a:latin typeface="Arial"/>
              </a:rPr>
              <a:t>6.  Autonomous run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03999" y="3383999"/>
            <a:ext cx="991800" cy="223200"/>
          </a:xfrm>
          <a:prstGeom prst="roundRect">
            <a:avLst>
              <a:gd name="adj" fmla="val 28000"/>
            </a:avLst>
          </a:prstGeom>
          <a:solidFill>
            <a:srgbClr val="FBE9E7"/>
          </a:solidFill>
          <a:ln w="11430">
            <a:solidFill>
              <a:srgbClr val="C537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000" b="1">
                <a:solidFill>
                  <a:srgbClr val="C5372C"/>
                </a:solidFill>
                <a:latin typeface="Arial"/>
              </a:rPr>
              <a:t>not started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6000" y="4428000"/>
            <a:ext cx="374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800"/>
              </a:spcBef>
            </a:pPr>
            <a:r>
              <a:rPr sz="1350" b="0">
                <a:solidFill>
                  <a:srgbClr val="000000"/>
                </a:solidFill>
                <a:latin typeface="Arial"/>
              </a:rPr>
              <a:t>Currently operating at NTU.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999" y="86400"/>
            <a:ext cx="8042400" cy="576000"/>
          </a:xfrm>
        </p:spPr>
        <p:txBody>
          <a:bodyPr wrap="square"/>
          <a:lstStyle/>
          <a:p>
            <a:r>
              <a:rPr sz="4800" b="1">
                <a:solidFill>
                  <a:srgbClr val="4285F4"/>
                </a:solidFill>
                <a:latin typeface="Arial"/>
              </a:rPr>
              <a:t>System architecture</a:t>
            </a:r>
          </a:p>
        </p:txBody>
      </p:sp>
      <p:pic>
        <p:nvPicPr>
          <p:cNvPr id="3" name="Picture 2" descr="sensor_wi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245" y="971999"/>
            <a:ext cx="6695507" cy="32040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236000" y="1781999"/>
            <a:ext cx="223200" cy="129600"/>
          </a:xfrm>
          <a:prstGeom prst="roundRect">
            <a:avLst/>
          </a:prstGeom>
          <a:solidFill>
            <a:srgbClr val="F4F8FB"/>
          </a:solidFill>
          <a:ln w="12700">
            <a:solidFill>
              <a:srgbClr val="B7C7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542000" y="1771199"/>
            <a:ext cx="115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800"/>
              </a:spcBef>
            </a:pPr>
            <a:r>
              <a:rPr sz="1150" b="0">
                <a:solidFill>
                  <a:srgbClr val="000000"/>
                </a:solidFill>
                <a:latin typeface="Arial"/>
              </a:rPr>
              <a:t>sensor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36000" y="2196000"/>
            <a:ext cx="223200" cy="129600"/>
          </a:xfrm>
          <a:prstGeom prst="roundRect">
            <a:avLst/>
          </a:prstGeom>
          <a:solidFill>
            <a:srgbClr val="4285F4"/>
          </a:solidFill>
          <a:ln w="1270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542000" y="2185200"/>
            <a:ext cx="115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800"/>
              </a:spcBef>
            </a:pPr>
            <a:r>
              <a:rPr sz="1150" b="0">
                <a:solidFill>
                  <a:srgbClr val="000000"/>
                </a:solidFill>
                <a:latin typeface="Arial"/>
              </a:rPr>
              <a:t>software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36000" y="2609999"/>
            <a:ext cx="223200" cy="129600"/>
          </a:xfrm>
          <a:prstGeom prst="roundRect">
            <a:avLst/>
          </a:prstGeom>
          <a:solidFill>
            <a:srgbClr val="E4F4F6"/>
          </a:solidFill>
          <a:ln w="12700">
            <a:solidFill>
              <a:srgbClr val="0097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542000" y="2599199"/>
            <a:ext cx="115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800"/>
              </a:spcBef>
            </a:pPr>
            <a:r>
              <a:rPr sz="1150" b="0">
                <a:solidFill>
                  <a:srgbClr val="000000"/>
                </a:solidFill>
                <a:latin typeface="Arial"/>
              </a:rPr>
              <a:t>vehicle control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36000" y="3023999"/>
            <a:ext cx="223200" cy="129600"/>
          </a:xfrm>
          <a:prstGeom prst="roundRect">
            <a:avLst/>
          </a:prstGeom>
          <a:solidFill>
            <a:srgbClr val="FFF6E8"/>
          </a:solidFill>
          <a:ln w="12700">
            <a:solidFill>
              <a:srgbClr val="FFAB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542000" y="3013199"/>
            <a:ext cx="115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800"/>
              </a:spcBef>
            </a:pPr>
            <a:r>
              <a:rPr sz="1150" b="0">
                <a:solidFill>
                  <a:srgbClr val="000000"/>
                </a:solidFill>
                <a:latin typeface="Arial"/>
              </a:rPr>
              <a:t>not in service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999" y="86400"/>
            <a:ext cx="8042400" cy="576000"/>
          </a:xfrm>
        </p:spPr>
        <p:txBody>
          <a:bodyPr wrap="square"/>
          <a:lstStyle/>
          <a:p>
            <a:r>
              <a:rPr sz="4800" b="1">
                <a:solidFill>
                  <a:srgbClr val="4285F4"/>
                </a:solidFill>
                <a:latin typeface="Arial"/>
              </a:rPr>
              <a:t>Sensor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3999" y="971999"/>
            <a:ext cx="8136000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800"/>
              </a:spcBef>
            </a:pPr>
            <a:r>
              <a:rPr sz="1400" b="0">
                <a:solidFill>
                  <a:srgbClr val="000000"/>
                </a:solidFill>
                <a:latin typeface="Arial"/>
              </a:rPr>
              <a:t>All sensors publish, across both hosts.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3999" y="1350000"/>
          <a:ext cx="8136000" cy="21672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232000"/>
                <a:gridCol w="1440000"/>
                <a:gridCol w="4464000"/>
              </a:tblGrid>
              <a:tr h="3096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Arial"/>
                        </a:rPr>
                        <a:t>Sensor</a:t>
                      </a:r>
                    </a:p>
                  </a:txBody>
                  <a:tcPr marL="43200" marR="43200" marT="18000" marB="18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Arial"/>
                        </a:rPr>
                        <a:t>Host</a:t>
                      </a:r>
                    </a:p>
                  </a:txBody>
                  <a:tcPr marL="43200" marR="43200" marT="18000" marB="18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Arial"/>
                        </a:rPr>
                        <a:t>Feeds</a:t>
                      </a:r>
                    </a:p>
                  </a:txBody>
                  <a:tcPr marL="43200" marR="43200" marT="18000" marB="18000" anchor="ctr">
                    <a:noFill/>
                  </a:tcPr>
                </a:tc>
              </a:tr>
              <a:tr h="3096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Velodyne VLP-32C</a:t>
                      </a:r>
                    </a:p>
                  </a:txBody>
                  <a:tcPr marL="43200" marR="43200" marT="18000" marB="18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Advantech</a:t>
                      </a:r>
                    </a:p>
                  </a:txBody>
                  <a:tcPr marL="43200" marR="43200" marT="18000" marB="18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NDT scan matching, perception</a:t>
                      </a:r>
                    </a:p>
                  </a:txBody>
                  <a:tcPr marL="43200" marR="43200" marT="18000" marB="18000" anchor="ctr">
                    <a:noFill/>
                  </a:tcPr>
                </a:tc>
              </a:tr>
              <a:tr h="3096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Seyond Falcon</a:t>
                      </a:r>
                    </a:p>
                  </a:txBody>
                  <a:tcPr marL="43200" marR="43200" marT="18000" marB="18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Advantech</a:t>
                      </a:r>
                    </a:p>
                  </a:txBody>
                  <a:tcPr marL="43200" marR="43200" marT="18000" marB="18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perception</a:t>
                      </a:r>
                    </a:p>
                  </a:txBody>
                  <a:tcPr marL="43200" marR="43200" marT="18000" marB="18000" anchor="ctr">
                    <a:noFill/>
                  </a:tcPr>
                </a:tc>
              </a:tr>
              <a:tr h="3096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3 GMSL cameras</a:t>
                      </a:r>
                    </a:p>
                  </a:txBody>
                  <a:tcPr marL="43200" marR="43200" marT="18000" marB="18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Advantech</a:t>
                      </a:r>
                    </a:p>
                  </a:txBody>
                  <a:tcPr marL="43200" marR="43200" marT="18000" marB="18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perception, recording</a:t>
                      </a:r>
                    </a:p>
                  </a:txBody>
                  <a:tcPr marL="43200" marR="43200" marT="18000" marB="18000" anchor="ctr">
                    <a:noFill/>
                  </a:tcPr>
                </a:tc>
              </a:tr>
              <a:tr h="3096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ZED X stereo + IMU</a:t>
                      </a:r>
                    </a:p>
                  </a:txBody>
                  <a:tcPr marL="43200" marR="43200" marT="18000" marB="18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Orin</a:t>
                      </a:r>
                    </a:p>
                  </a:txBody>
                  <a:tcPr marL="43200" marR="43200" marT="18000" marB="18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the IMU the stack runs on today</a:t>
                      </a:r>
                    </a:p>
                  </a:txBody>
                  <a:tcPr marL="43200" marR="43200" marT="18000" marB="18000" anchor="ctr">
                    <a:noFill/>
                  </a:tcPr>
                </a:tc>
              </a:tr>
              <a:tr h="3096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u-blox GNSS</a:t>
                      </a:r>
                    </a:p>
                  </a:txBody>
                  <a:tcPr marL="43200" marR="43200" marT="18000" marB="18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Orin</a:t>
                      </a:r>
                    </a:p>
                  </a:txBody>
                  <a:tcPr marL="43200" marR="43200" marT="18000" marB="18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pose initialisation</a:t>
                      </a:r>
                    </a:p>
                  </a:txBody>
                  <a:tcPr marL="43200" marR="43200" marT="18000" marB="18000" anchor="ctr">
                    <a:noFill/>
                  </a:tcPr>
                </a:tc>
              </a:tr>
              <a:tr h="3096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Turing Drive VCU</a:t>
                      </a:r>
                    </a:p>
                  </a:txBody>
                  <a:tcPr marL="43200" marR="43200" marT="18000" marB="18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Advantech</a:t>
                      </a:r>
                    </a:p>
                  </a:txBody>
                  <a:tcPr marL="43200" marR="43200" marT="18000" marB="18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velocity, gear, subsystem states</a:t>
                      </a:r>
                    </a:p>
                  </a:txBody>
                  <a:tcPr marL="43200" marR="43200" marT="18000" marB="18000" anchor="ctr"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999" y="86400"/>
            <a:ext cx="8042400" cy="576000"/>
          </a:xfrm>
        </p:spPr>
        <p:txBody>
          <a:bodyPr wrap="square"/>
          <a:lstStyle/>
          <a:p>
            <a:r>
              <a:rPr sz="4800" b="1">
                <a:solidFill>
                  <a:srgbClr val="4285F4"/>
                </a:solidFill>
                <a:latin typeface="Arial"/>
              </a:rPr>
              <a:t>Multi-host orchestration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3999" y="971999"/>
            <a:ext cx="8136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800"/>
              </a:spcBef>
            </a:pPr>
            <a:r>
              <a:rPr sz="1350" b="0">
                <a:solidFill>
                  <a:srgbClr val="000000"/>
                </a:solidFill>
                <a:latin typeface="Arial"/>
              </a:rPr>
              <a:t>ROS 2 provides no equivalent of ROS 1's machine tag, so orchestration is ours to supply. It is in place and operational.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3999" y="1458000"/>
            <a:ext cx="3816000" cy="23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900"/>
              </a:spcBef>
            </a:pPr>
            <a:r>
              <a:rPr sz="1300" b="1">
                <a:solidFill>
                  <a:srgbClr val="000000"/>
                </a:solidFill>
                <a:latin typeface="Arial"/>
              </a:rPr>
              <a:t>Single instance, no orphaned processes</a:t>
            </a:r>
          </a:p>
          <a:p>
            <a:pPr algn="l">
              <a:lnSpc>
                <a:spcPct val="92000"/>
              </a:lnSpc>
              <a:spcBef>
                <a:spcPts val="900"/>
              </a:spcBef>
              <a:spcAft>
                <a:spcPts val="200"/>
              </a:spcAft>
            </a:pPr>
            <a:r>
              <a:rPr sz="1250" b="0">
                <a:solidFill>
                  <a:srgbClr val="000000"/>
                </a:solidFill>
                <a:latin typeface="Arial"/>
              </a:rPr>
              <a:t>•   </a:t>
            </a:r>
            <a:r>
              <a:rPr sz="1250" b="1">
                <a:solidFill>
                  <a:srgbClr val="000000"/>
                </a:solidFill>
                <a:latin typeface="Arial"/>
              </a:rPr>
              <a:t>play_launch</a:t>
            </a:r>
            <a:r>
              <a:rPr sz="1250" b="0">
                <a:solidFill>
                  <a:srgbClr val="000000"/>
                </a:solidFill>
                <a:latin typeface="Arial"/>
              </a:rPr>
              <a:t> reclaims orphaned processes when a launch terminates, and brings the stack up in </a:t>
            </a:r>
            <a:r>
              <a:rPr sz="1250" b="1">
                <a:solidFill>
                  <a:srgbClr val="000000"/>
                </a:solidFill>
                <a:latin typeface="Arial"/>
              </a:rPr>
              <a:t>~20 s</a:t>
            </a:r>
            <a:r>
              <a:rPr sz="1250" b="0">
                <a:solidFill>
                  <a:srgbClr val="000000"/>
                </a:solidFill>
                <a:latin typeface="Arial"/>
              </a:rPr>
              <a:t> against </a:t>
            </a:r>
            <a:r>
              <a:rPr sz="1250" b="1">
                <a:solidFill>
                  <a:srgbClr val="000000"/>
                </a:solidFill>
                <a:latin typeface="Arial"/>
              </a:rPr>
              <a:t>~60 s</a:t>
            </a:r>
            <a:r>
              <a:rPr sz="1250" b="0">
                <a:solidFill>
                  <a:srgbClr val="000000"/>
                </a:solidFill>
                <a:latin typeface="Arial"/>
              </a:rPr>
              <a:t> for ros2 launch</a:t>
            </a:r>
          </a:p>
          <a:p>
            <a:pPr algn="l">
              <a:lnSpc>
                <a:spcPct val="92000"/>
              </a:lnSpc>
              <a:spcBef>
                <a:spcPts val="900"/>
              </a:spcBef>
              <a:spcAft>
                <a:spcPts val="200"/>
              </a:spcAft>
            </a:pPr>
            <a:r>
              <a:rPr sz="1250" b="0">
                <a:solidFill>
                  <a:srgbClr val="000000"/>
                </a:solidFill>
                <a:latin typeface="Arial"/>
              </a:rPr>
              <a:t>•   </a:t>
            </a:r>
            <a:r>
              <a:rPr sz="1250" b="1">
                <a:solidFill>
                  <a:srgbClr val="000000"/>
                </a:solidFill>
                <a:latin typeface="Arial"/>
              </a:rPr>
              <a:t>systemd user units</a:t>
            </a:r>
            <a:r>
              <a:rPr sz="1250" b="0">
                <a:solidFill>
                  <a:srgbClr val="000000"/>
                </a:solidFill>
                <a:latin typeface="Arial"/>
              </a:rPr>
              <a:t> around it: singleton by construction, KillMode=control-group takes the whole tree down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80000" y="1458000"/>
            <a:ext cx="3960000" cy="23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900"/>
              </a:spcBef>
            </a:pPr>
            <a:r>
              <a:rPr sz="1300" b="1">
                <a:solidFill>
                  <a:srgbClr val="000000"/>
                </a:solidFill>
                <a:latin typeface="Arial"/>
              </a:rPr>
              <a:t>Uniform environment on either host</a:t>
            </a:r>
          </a:p>
          <a:p>
            <a:pPr algn="l">
              <a:lnSpc>
                <a:spcPct val="92000"/>
              </a:lnSpc>
              <a:spcBef>
                <a:spcPts val="900"/>
              </a:spcBef>
              <a:spcAft>
                <a:spcPts val="200"/>
              </a:spcAft>
            </a:pPr>
            <a:r>
              <a:rPr sz="1250" b="0">
                <a:solidFill>
                  <a:srgbClr val="000000"/>
                </a:solidFill>
                <a:latin typeface="Arial"/>
              </a:rPr>
              <a:t>•   one CycloneDDS profile per role, plus a config/host marker file</a:t>
            </a:r>
          </a:p>
          <a:p>
            <a:pPr algn="l">
              <a:lnSpc>
                <a:spcPct val="92000"/>
              </a:lnSpc>
              <a:spcBef>
                <a:spcPts val="900"/>
              </a:spcBef>
              <a:spcAft>
                <a:spcPts val="200"/>
              </a:spcAft>
            </a:pPr>
            <a:r>
              <a:rPr sz="1250" b="0">
                <a:solidFill>
                  <a:srgbClr val="000000"/>
                </a:solidFill>
                <a:latin typeface="Arial"/>
              </a:rPr>
              <a:t>•   scripts/env.sh reads it, and every shell and every unit sources it</a:t>
            </a:r>
          </a:p>
          <a:p>
            <a:pPr algn="l">
              <a:lnSpc>
                <a:spcPct val="92000"/>
              </a:lnSpc>
              <a:spcBef>
                <a:spcPts val="900"/>
              </a:spcBef>
              <a:spcAft>
                <a:spcPts val="200"/>
              </a:spcAft>
            </a:pPr>
            <a:r>
              <a:rPr sz="1250" b="0">
                <a:solidFill>
                  <a:srgbClr val="000000"/>
                </a:solidFill>
                <a:latin typeface="Arial"/>
              </a:rPr>
              <a:t>•   so any shell is correctly configured on open, and no operator needs to track which host they are working 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3999" y="4410000"/>
            <a:ext cx="8136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800"/>
              </a:spcBef>
            </a:pPr>
            <a:r>
              <a:rPr sz="1150" b="0">
                <a:solidFill>
                  <a:srgbClr val="535353"/>
                </a:solidFill>
                <a:latin typeface="Arial"/>
              </a:rPr>
              <a:t>just launch-all starts both hosts and returns; just stop-all shuts them down.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999" y="86400"/>
            <a:ext cx="8042400" cy="576000"/>
          </a:xfrm>
        </p:spPr>
        <p:txBody>
          <a:bodyPr wrap="square"/>
          <a:lstStyle/>
          <a:p>
            <a:r>
              <a:rPr sz="4800" b="1">
                <a:solidFill>
                  <a:srgbClr val="4285F4"/>
                </a:solidFill>
                <a:latin typeface="Arial"/>
              </a:rPr>
              <a:t>Vehicle interface</a:t>
            </a:r>
          </a:p>
        </p:txBody>
      </p:sp>
      <p:pic>
        <p:nvPicPr>
          <p:cNvPr id="3" name="Picture 2" descr="vcu_line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257" y="990000"/>
            <a:ext cx="2387484" cy="3096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744000" y="1025999"/>
            <a:ext cx="4896000" cy="30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1000"/>
              </a:spcBef>
            </a:pPr>
            <a:r>
              <a:rPr sz="1350" b="0">
                <a:solidFill>
                  <a:srgbClr val="000000"/>
                </a:solidFill>
                <a:latin typeface="Arial"/>
              </a:rPr>
              <a:t>Developed from the vendor's own test code rather than from a specification. Every stage exists in the repository.</a:t>
            </a:r>
          </a:p>
          <a:p>
            <a:pPr algn="l">
              <a:lnSpc>
                <a:spcPct val="92000"/>
              </a:lnSpc>
              <a:spcBef>
                <a:spcPts val="1000"/>
              </a:spcBef>
            </a:pPr>
            <a:r>
              <a:rPr sz="1350" b="0">
                <a:solidFill>
                  <a:srgbClr val="000000"/>
                </a:solidFill>
                <a:latin typeface="Arial"/>
              </a:rPr>
              <a:t>The safety constraints are our addition:</a:t>
            </a:r>
          </a:p>
          <a:p>
            <a:pPr algn="l">
              <a:lnSpc>
                <a:spcPct val="92000"/>
              </a:lnSpc>
              <a:spcBef>
                <a:spcPts val="1000"/>
              </a:spcBef>
              <a:spcAft>
                <a:spcPts val="200"/>
              </a:spcAft>
            </a:pPr>
            <a:r>
              <a:rPr sz="1300" b="0">
                <a:solidFill>
                  <a:srgbClr val="000000"/>
                </a:solidFill>
                <a:latin typeface="Arial"/>
              </a:rPr>
              <a:t>•   target speed is clamped non-negative; reverse is gear R</a:t>
            </a:r>
          </a:p>
          <a:p>
            <a:pPr algn="l">
              <a:lnSpc>
                <a:spcPct val="92000"/>
              </a:lnSpc>
              <a:spcBef>
                <a:spcPts val="1000"/>
              </a:spcBef>
              <a:spcAft>
                <a:spcPts val="200"/>
              </a:spcAft>
            </a:pPr>
            <a:r>
              <a:rPr sz="1300" b="0">
                <a:solidFill>
                  <a:srgbClr val="000000"/>
                </a:solidFill>
                <a:latin typeface="Arial"/>
              </a:rPr>
              <a:t>•   gear P forces speed and steering angle to zero, re-applied each cycle</a:t>
            </a:r>
          </a:p>
          <a:p>
            <a:pPr algn="l">
              <a:lnSpc>
                <a:spcPct val="92000"/>
              </a:lnSpc>
              <a:spcBef>
                <a:spcPts val="1000"/>
              </a:spcBef>
              <a:spcAft>
                <a:spcPts val="200"/>
              </a:spcAft>
            </a:pPr>
            <a:r>
              <a:rPr sz="1300" b="0">
                <a:solidFill>
                  <a:srgbClr val="000000"/>
                </a:solidFill>
                <a:latin typeface="Arial"/>
              </a:rPr>
              <a:t>•   ESTOP release is never bound to a key the terminal cannot emit</a:t>
            </a:r>
          </a:p>
          <a:p>
            <a:pPr algn="l">
              <a:lnSpc>
                <a:spcPct val="92000"/>
              </a:lnSpc>
              <a:spcBef>
                <a:spcPts val="1000"/>
              </a:spcBef>
            </a:pPr>
            <a:r>
              <a:rPr sz="1150" b="0">
                <a:solidFill>
                  <a:srgbClr val="535353"/>
                </a:solidFill>
                <a:latin typeface="Arial"/>
              </a:rPr>
              <a:t>A test suite sits above it: keyboard control, a command service, and trajectory replay.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999" y="86400"/>
            <a:ext cx="8042400" cy="576000"/>
          </a:xfrm>
        </p:spPr>
        <p:txBody>
          <a:bodyPr wrap="square"/>
          <a:lstStyle/>
          <a:p>
            <a:r>
              <a:rPr sz="4800" b="1">
                <a:solidFill>
                  <a:srgbClr val="4285F4"/>
                </a:solidFill>
                <a:latin typeface="Arial"/>
              </a:rPr>
              <a:t>Data acquisition</a:t>
            </a:r>
          </a:p>
        </p:txBody>
      </p:sp>
      <p:pic>
        <p:nvPicPr>
          <p:cNvPr id="3" name="Picture 2" descr="vehicle_csie_ini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999" y="1025999"/>
            <a:ext cx="3634539" cy="2736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788000" y="1025999"/>
            <a:ext cx="3851999" cy="30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1100"/>
              </a:spcBef>
            </a:pPr>
            <a:r>
              <a:rPr sz="1300" b="0">
                <a:solidFill>
                  <a:srgbClr val="000000"/>
                </a:solidFill>
                <a:latin typeface="Arial"/>
              </a:rPr>
              <a:t>Three runs at NTU. </a:t>
            </a:r>
            <a:r>
              <a:rPr sz="1300" b="1">
                <a:solidFill>
                  <a:srgbClr val="000000"/>
                </a:solidFill>
                <a:latin typeface="Arial"/>
              </a:rPr>
              <a:t>Each host records independently</a:t>
            </a:r>
            <a:r>
              <a:rPr sz="1300" b="0">
                <a:solidFill>
                  <a:srgbClr val="000000"/>
                </a:solidFill>
                <a:latin typeface="Arial"/>
              </a:rPr>
              <a:t>, writing only the topics for the devices it owns; the bags are merged afterwards.</a:t>
            </a:r>
          </a:p>
          <a:p>
            <a:pPr algn="l">
              <a:lnSpc>
                <a:spcPct val="92000"/>
              </a:lnSpc>
              <a:spcBef>
                <a:spcPts val="1100"/>
              </a:spcBef>
            </a:pPr>
            <a:r>
              <a:rPr sz="1300" b="0">
                <a:solidFill>
                  <a:srgbClr val="000000"/>
                </a:solidFill>
                <a:latin typeface="Arial"/>
              </a:rPr>
              <a:t>Only </a:t>
            </a:r>
            <a:r>
              <a:rPr sz="1300" b="1">
                <a:solidFill>
                  <a:srgbClr val="000000"/>
                </a:solidFill>
                <a:latin typeface="Arial"/>
              </a:rPr>
              <a:t>first-hand driver output</a:t>
            </a:r>
            <a:r>
              <a:rPr sz="1300" b="0">
                <a:solidFill>
                  <a:srgbClr val="000000"/>
                </a:solidFill>
                <a:latin typeface="Arial"/>
              </a:rPr>
              <a:t> is recorded. Derived topics are excluded, so replay recomputes them under current parameters rather than those fixed at record time.</a:t>
            </a:r>
          </a:p>
          <a:p>
            <a:pPr algn="l">
              <a:lnSpc>
                <a:spcPct val="92000"/>
              </a:lnSpc>
              <a:spcBef>
                <a:spcPts val="1100"/>
              </a:spcBef>
            </a:pPr>
            <a:r>
              <a:rPr sz="1150" b="0">
                <a:solidFill>
                  <a:srgbClr val="535353"/>
                </a:solidFill>
                <a:latin typeface="Arial"/>
              </a:rPr>
              <a:t>Replay is a single command, just ntu-test run: bag paused for /clock, then stack, RViz and initial pose, in the required order.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999" y="86400"/>
            <a:ext cx="8042400" cy="576000"/>
          </a:xfrm>
        </p:spPr>
        <p:txBody>
          <a:bodyPr wrap="square"/>
          <a:lstStyle/>
          <a:p>
            <a:r>
              <a:rPr sz="4800" b="1">
                <a:solidFill>
                  <a:srgbClr val="4285F4"/>
                </a:solidFill>
                <a:latin typeface="Arial"/>
              </a:rPr>
              <a:t>Integration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3999" y="971999"/>
            <a:ext cx="8136000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800"/>
              </a:spcBef>
            </a:pPr>
            <a:r>
              <a:rPr sz="1400" b="0">
                <a:solidFill>
                  <a:srgbClr val="000000"/>
                </a:solidFill>
                <a:latin typeface="Arial"/>
              </a:rPr>
              <a:t>Three findings relevant to comparable deployments.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3999" y="1404000"/>
            <a:ext cx="8136000" cy="28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1400"/>
              </a:spcBef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  <a:latin typeface="Arial"/>
              </a:rPr>
              <a:t>•   </a:t>
            </a:r>
            <a:r>
              <a:rPr sz="1400" b="1">
                <a:solidFill>
                  <a:srgbClr val="000000"/>
                </a:solidFill>
                <a:latin typeface="Arial"/>
              </a:rPr>
              <a:t>The vendor's default oToCam setup enables the cameras and disables every USB port.</a:t>
            </a:r>
            <a:r>
              <a:rPr sz="1400" b="0">
                <a:solidFill>
                  <a:srgbClr val="000000"/>
                </a:solidFill>
                <a:latin typeface="Arial"/>
              </a:rPr>
              <a:t> A workaround now provides both. The .ko files remain ABI-bound to kernel 5.15.148-tegra, so a JetPack update silently reverts it.</a:t>
            </a:r>
          </a:p>
          <a:p>
            <a:pPr algn="l">
              <a:lnSpc>
                <a:spcPct val="92000"/>
              </a:lnSpc>
              <a:spcBef>
                <a:spcPts val="1400"/>
              </a:spcBef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  <a:latin typeface="Arial"/>
              </a:rPr>
              <a:t>•   </a:t>
            </a:r>
            <a:r>
              <a:rPr sz="1400" b="1">
                <a:solidFill>
                  <a:srgbClr val="000000"/>
                </a:solidFill>
                <a:latin typeface="Arial"/>
              </a:rPr>
              <a:t>The Xsens IMU cable has failed and is being remade.</a:t>
            </a:r>
            <a:r>
              <a:rPr sz="1400" b="0">
                <a:solidFill>
                  <a:srgbClr val="000000"/>
                </a:solidFill>
                <a:latin typeface="Arial"/>
              </a:rPr>
              <a:t> The stack currently uses the </a:t>
            </a:r>
            <a:r>
              <a:rPr sz="1400" b="1">
                <a:solidFill>
                  <a:srgbClr val="000000"/>
                </a:solidFill>
                <a:latin typeface="Arial"/>
              </a:rPr>
              <a:t>ZED X built-in IMU</a:t>
            </a:r>
            <a:r>
              <a:rPr sz="1400" b="0">
                <a:solidFill>
                  <a:srgbClr val="000000"/>
                </a:solidFill>
                <a:latin typeface="Arial"/>
              </a:rPr>
              <a:t>, which resides on the other host and crosses the network at 100 Hz.</a:t>
            </a:r>
          </a:p>
          <a:p>
            <a:pPr algn="l">
              <a:lnSpc>
                <a:spcPct val="92000"/>
              </a:lnSpc>
              <a:spcBef>
                <a:spcPts val="1400"/>
              </a:spcBef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  <a:latin typeface="Arial"/>
              </a:rPr>
              <a:t>•   </a:t>
            </a:r>
            <a:r>
              <a:rPr sz="1400" b="1">
                <a:solidFill>
                  <a:srgbClr val="000000"/>
                </a:solidFill>
                <a:latin typeface="Arial"/>
              </a:rPr>
              <a:t>The u-blox GNSS is hosted on the Orin</a:t>
            </a:r>
            <a:r>
              <a:rPr sz="1400" b="0">
                <a:solidFill>
                  <a:srgbClr val="000000"/>
                </a:solidFill>
                <a:latin typeface="Arial"/>
              </a:rPr>
              <a:t>, the Advantech having no free USB port. A second localization input is therefore also remote, for an unrelated reason.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999" y="86400"/>
            <a:ext cx="8042400" cy="576000"/>
          </a:xfrm>
        </p:spPr>
        <p:txBody>
          <a:bodyPr wrap="square"/>
          <a:lstStyle/>
          <a:p>
            <a:r>
              <a:rPr sz="4800" b="1">
                <a:solidFill>
                  <a:srgbClr val="4285F4"/>
                </a:solidFill>
                <a:latin typeface="Arial"/>
              </a:rPr>
              <a:t>Compute and thermal limits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3999" y="1025999"/>
            <a:ext cx="4536000" cy="30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1200"/>
              </a:spcBef>
            </a:pPr>
            <a:r>
              <a:rPr sz="1350" b="0">
                <a:solidFill>
                  <a:srgbClr val="000000"/>
                </a:solidFill>
                <a:latin typeface="Arial"/>
              </a:rPr>
              <a:t>The three GMSL cameras emit </a:t>
            </a:r>
            <a:r>
              <a:rPr sz="1350" b="1">
                <a:solidFill>
                  <a:srgbClr val="000000"/>
                </a:solidFill>
                <a:latin typeface="Arial"/>
              </a:rPr>
              <a:t>UYVY</a:t>
            </a:r>
            <a:r>
              <a:rPr sz="1350" b="0">
                <a:solidFill>
                  <a:srgbClr val="000000"/>
                </a:solidFill>
                <a:latin typeface="Arial"/>
              </a:rPr>
              <a:t> at 1920x1280, 30 fps, while the consuming nodes require </a:t>
            </a:r>
            <a:r>
              <a:rPr sz="1350" b="1">
                <a:solidFill>
                  <a:srgbClr val="000000"/>
                </a:solidFill>
                <a:latin typeface="Arial"/>
              </a:rPr>
              <a:t>RGB or JPEG</a:t>
            </a:r>
            <a:r>
              <a:rPr sz="1350" b="0">
                <a:solidFill>
                  <a:srgbClr val="000000"/>
                </a:solidFill>
                <a:latin typeface="Arial"/>
              </a:rPr>
              <a:t>. A conversion is therefore unavoidable. </a:t>
            </a:r>
            <a:r>
              <a:rPr sz="1350" b="1">
                <a:solidFill>
                  <a:srgbClr val="000000"/>
                </a:solidFill>
                <a:latin typeface="Arial"/>
              </a:rPr>
              <a:t>nvvidconv</a:t>
            </a:r>
            <a:r>
              <a:rPr sz="1350" b="0">
                <a:solidFill>
                  <a:srgbClr val="000000"/>
                </a:solidFill>
                <a:latin typeface="Arial"/>
              </a:rPr>
              <a:t> was evaluated; the conversion still incurs CPU cost per camera.</a:t>
            </a:r>
          </a:p>
          <a:p>
            <a:pPr algn="l">
              <a:lnSpc>
                <a:spcPct val="92000"/>
              </a:lnSpc>
              <a:spcBef>
                <a:spcPts val="1200"/>
              </a:spcBef>
            </a:pPr>
            <a:r>
              <a:rPr sz="1350" b="0">
                <a:solidFill>
                  <a:srgbClr val="000000"/>
                </a:solidFill>
                <a:latin typeface="Arial"/>
              </a:rPr>
              <a:t>This load contributes to the thermal saturation shown here, and is part of the rationale for splitting the stack across </a:t>
            </a:r>
            <a:r>
              <a:rPr sz="1350" b="1">
                <a:solidFill>
                  <a:srgbClr val="000000"/>
                </a:solidFill>
                <a:latin typeface="Arial"/>
              </a:rPr>
              <a:t>two hosts</a:t>
            </a:r>
            <a:r>
              <a:rPr sz="1350" b="0">
                <a:solidFill>
                  <a:srgbClr val="000000"/>
                </a:solidFill>
                <a:latin typeface="Arial"/>
              </a:rPr>
              <a:t>.</a:t>
            </a:r>
          </a:p>
          <a:p>
            <a:pPr algn="l">
              <a:lnSpc>
                <a:spcPct val="92000"/>
              </a:lnSpc>
              <a:spcBef>
                <a:spcPts val="1200"/>
              </a:spcBef>
            </a:pPr>
            <a:r>
              <a:rPr sz="1150" b="0">
                <a:solidFill>
                  <a:srgbClr val="535353"/>
                </a:solidFill>
                <a:latin typeface="Arial"/>
              </a:rPr>
              <a:t>Mitigation in progress: github.com/newslabntu/gmslcam, which removes that stage.</a:t>
            </a:r>
          </a:p>
        </p:txBody>
      </p:sp>
      <p:pic>
        <p:nvPicPr>
          <p:cNvPr id="4" name="Picture 3" descr="thermal_fan_cool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6000" y="1025999"/>
            <a:ext cx="2051634" cy="2736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999" y="86400"/>
            <a:ext cx="8042400" cy="576000"/>
          </a:xfrm>
        </p:spPr>
        <p:txBody>
          <a:bodyPr wrap="square"/>
          <a:lstStyle/>
          <a:p>
            <a:r>
              <a:rPr sz="4800" b="1">
                <a:solidFill>
                  <a:srgbClr val="4285F4"/>
                </a:solidFill>
                <a:latin typeface="Arial"/>
              </a:rPr>
              <a:t>Start-up contention</a:t>
            </a:r>
          </a:p>
        </p:txBody>
      </p:sp>
      <p:pic>
        <p:nvPicPr>
          <p:cNvPr id="3" name="Picture 2" descr="htop_before_governo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999" y="1134000"/>
            <a:ext cx="3671999" cy="27647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36000" y="990000"/>
            <a:ext cx="4104000" cy="32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1000"/>
              </a:spcBef>
            </a:pPr>
            <a:r>
              <a:rPr sz="1300" b="0">
                <a:solidFill>
                  <a:srgbClr val="000000"/>
                </a:solidFill>
                <a:latin typeface="Arial"/>
              </a:rPr>
              <a:t>play_launch is fast because it spawns without rate limiting. On a host already at its limit this produces a thundering herd, and the machine becomes unresponsive, requiring a power cycle.</a:t>
            </a:r>
          </a:p>
          <a:p>
            <a:pPr algn="l">
              <a:lnSpc>
                <a:spcPct val="92000"/>
              </a:lnSpc>
              <a:spcBef>
                <a:spcPts val="1000"/>
              </a:spcBef>
            </a:pPr>
            <a:r>
              <a:rPr sz="1300" b="1">
                <a:solidFill>
                  <a:srgbClr val="000000"/>
                </a:solidFill>
                <a:latin typeface="Arial"/>
              </a:rPr>
              <a:t>Rate-limiting the spawns is the obvious remedy, and measurement rejects it:</a:t>
            </a:r>
            <a:r>
              <a:rPr sz="1300" b="0">
                <a:solidFill>
                  <a:srgbClr val="000000"/>
                </a:solidFill>
                <a:latin typeface="Arial"/>
              </a:rPr>
              <a:t> roughly 10% fewer runnable tasks for more than double the start-up time, forfeiting the advantage the tool was adopted for.</a:t>
            </a:r>
          </a:p>
          <a:p>
            <a:pPr algn="l">
              <a:lnSpc>
                <a:spcPct val="92000"/>
              </a:lnSpc>
              <a:spcBef>
                <a:spcPts val="1000"/>
              </a:spcBef>
            </a:pPr>
            <a:r>
              <a:rPr sz="1300" b="0">
                <a:solidFill>
                  <a:srgbClr val="000000"/>
                </a:solidFill>
                <a:latin typeface="Arial"/>
              </a:rPr>
              <a:t>The shipped mechanism is a </a:t>
            </a:r>
            <a:r>
              <a:rPr sz="1300" b="1">
                <a:solidFill>
                  <a:srgbClr val="000000"/>
                </a:solidFill>
                <a:latin typeface="Arial"/>
              </a:rPr>
              <a:t>1 GiB MemAvailable floor</a:t>
            </a:r>
            <a:r>
              <a:rPr sz="1300" b="0">
                <a:solidFill>
                  <a:srgbClr val="000000"/>
                </a:solidFill>
                <a:latin typeface="Arial"/>
              </a:rPr>
              <a:t>, engaging only as the host approaches exhaustion.</a:t>
            </a:r>
          </a:p>
          <a:p>
            <a:pPr algn="l">
              <a:lnSpc>
                <a:spcPct val="92000"/>
              </a:lnSpc>
              <a:spcBef>
                <a:spcPts val="1000"/>
              </a:spcBef>
            </a:pPr>
            <a:r>
              <a:rPr sz="1150" b="0">
                <a:solidFill>
                  <a:srgbClr val="535353"/>
                </a:solidFill>
                <a:latin typeface="Arial"/>
              </a:rPr>
              <a:t>Constrain the resource that is exhausted, not the spawn rate.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999" y="86400"/>
            <a:ext cx="8042400" cy="576000"/>
          </a:xfrm>
        </p:spPr>
        <p:txBody>
          <a:bodyPr wrap="square"/>
          <a:lstStyle/>
          <a:p>
            <a:r>
              <a:rPr sz="3200" b="1">
                <a:solidFill>
                  <a:srgbClr val="4285F4"/>
                </a:solidFill>
                <a:latin typeface="Arial"/>
              </a:rPr>
              <a:t>Autonomous engagement and VCU state entry</a:t>
            </a:r>
          </a:p>
        </p:txBody>
      </p:sp>
      <p:pic>
        <p:nvPicPr>
          <p:cNvPr id="3" name="Picture 2" descr="vcu_sta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1999" y="1242000"/>
            <a:ext cx="6120000" cy="131885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3999" y="2933999"/>
            <a:ext cx="3816000" cy="12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800"/>
              </a:spcBef>
            </a:pPr>
            <a:r>
              <a:rPr sz="1250" b="0">
                <a:solidFill>
                  <a:srgbClr val="000000"/>
                </a:solidFill>
                <a:latin typeface="Arial"/>
              </a:rPr>
              <a:t>There is no vehicle_cmd_gate external selector. The interface issues no commands until all four subsystems report autonomous, and </a:t>
            </a:r>
            <a:r>
              <a:rPr sz="1250" b="1">
                <a:solidFill>
                  <a:srgbClr val="000000"/>
                </a:solidFill>
                <a:latin typeface="Arial"/>
              </a:rPr>
              <a:t>no service call can override this</a:t>
            </a:r>
            <a:r>
              <a:rPr sz="1250" b="0">
                <a:solidFill>
                  <a:srgbClr val="000000"/>
                </a:solidFill>
                <a:latin typeface="Arial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80000" y="2933999"/>
            <a:ext cx="3960000" cy="12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800"/>
              </a:spcBef>
            </a:pPr>
            <a:r>
              <a:rPr sz="1250" b="0">
                <a:solidFill>
                  <a:srgbClr val="000000"/>
                </a:solidFill>
                <a:latin typeface="Arial"/>
              </a:rPr>
              <a:t>After a VCU restart, </a:t>
            </a:r>
            <a:r>
              <a:rPr sz="1250" b="1">
                <a:solidFill>
                  <a:srgbClr val="000000"/>
                </a:solidFill>
                <a:latin typeface="Arial"/>
              </a:rPr>
              <a:t>BRK and Drv initialise as Invalid</a:t>
            </a:r>
            <a:r>
              <a:rPr sz="1250" b="0">
                <a:solidFill>
                  <a:srgbClr val="000000"/>
                </a:solidFill>
                <a:latin typeface="Arial"/>
              </a:rPr>
              <a:t>, and only a brake-pedal press was observed to clear them. Not reproducible over CAN.</a:t>
            </a:r>
          </a:p>
          <a:p>
            <a:pPr algn="l">
              <a:lnSpc>
                <a:spcPct val="92000"/>
              </a:lnSpc>
              <a:spcBef>
                <a:spcPts val="800"/>
              </a:spcBef>
            </a:pPr>
            <a:r>
              <a:rPr sz="1250" b="1">
                <a:solidFill>
                  <a:srgbClr val="C5372C"/>
                </a:solidFill>
                <a:latin typeface="Arial"/>
              </a:rPr>
              <a:t>Unattended autonomous start-up is therefore blocked.</a:t>
            </a:r>
            <a:r>
              <a:rPr sz="1250" b="0">
                <a:solidFill>
                  <a:srgbClr val="C5372C"/>
                </a:solidFill>
                <a:latin typeface="Arial"/>
              </a:rPr>
              <a:t> This requires clarification from the vendor rather than further work on our side.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999" y="86400"/>
            <a:ext cx="8042400" cy="576000"/>
          </a:xfrm>
        </p:spPr>
        <p:txBody>
          <a:bodyPr wrap="square"/>
          <a:lstStyle/>
          <a:p>
            <a:r>
              <a:rPr sz="4800" b="1">
                <a:solidFill>
                  <a:srgbClr val="4285F4"/>
                </a:solidFill>
                <a:latin typeface="Arial"/>
              </a:rPr>
              <a:t>NDT localization</a:t>
            </a:r>
          </a:p>
        </p:txBody>
      </p:sp>
      <p:pic>
        <p:nvPicPr>
          <p:cNvPr id="3" name="Picture 2" descr="ndt_ru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999" y="1044000"/>
            <a:ext cx="2838501" cy="2736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3999" y="3851999"/>
            <a:ext cx="324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800"/>
              </a:spcBef>
            </a:pPr>
            <a:r>
              <a:rPr sz="1050" b="0">
                <a:solidFill>
                  <a:srgbClr val="535353"/>
                </a:solidFill>
                <a:latin typeface="Arial"/>
              </a:rPr>
              <a:t>Scan aligned to the map at 11 km/h, 2x.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76000" y="1007999"/>
            <a:ext cx="4464000" cy="32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900"/>
              </a:spcBef>
            </a:pPr>
            <a:r>
              <a:rPr sz="1250" b="1">
                <a:solidFill>
                  <a:srgbClr val="000000"/>
                </a:solidFill>
                <a:latin typeface="Arial"/>
              </a:rPr>
              <a:t>The first successful NDT initialisation and tracking run on the NTU map.</a:t>
            </a:r>
            <a:r>
              <a:rPr sz="1250" b="0">
                <a:solidFill>
                  <a:srgbClr val="000000"/>
                </a:solidFill>
                <a:latin typeface="Arial"/>
              </a:rPr>
              <a:t> Initialisation from GNSS, and convergence to 0.14 m while stationary.</a:t>
            </a:r>
          </a:p>
          <a:p>
            <a:pPr algn="l">
              <a:lnSpc>
                <a:spcPct val="92000"/>
              </a:lnSpc>
              <a:spcBef>
                <a:spcPts val="900"/>
              </a:spcBef>
            </a:pPr>
            <a:r>
              <a:rPr sz="1250" b="0">
                <a:solidFill>
                  <a:srgbClr val="000000"/>
                </a:solidFill>
                <a:latin typeface="Arial"/>
              </a:rPr>
              <a:t>Tracking then </a:t>
            </a:r>
            <a:r>
              <a:rPr sz="1250" b="1">
                <a:solidFill>
                  <a:srgbClr val="000000"/>
                </a:solidFill>
                <a:latin typeface="Arial"/>
              </a:rPr>
              <a:t>degrades within seconds of the vehicle moving</a:t>
            </a:r>
            <a:r>
              <a:rPr sz="1250" b="0">
                <a:solidFill>
                  <a:srgbClr val="000000"/>
                </a:solidFill>
                <a:latin typeface="Arial"/>
              </a:rPr>
              <a:t>. Tuning was evaluated against </a:t>
            </a:r>
            <a:r>
              <a:rPr sz="1250" b="1">
                <a:solidFill>
                  <a:srgbClr val="000000"/>
                </a:solidFill>
                <a:latin typeface="Arial"/>
              </a:rPr>
              <a:t>scan-to-map residual</a:t>
            </a:r>
            <a:r>
              <a:rPr sz="1250" b="0">
                <a:solidFill>
                  <a:srgbClr val="000000"/>
                </a:solidFill>
                <a:latin typeface="Arial"/>
              </a:rPr>
              <a:t> rather than the NVTL score: the change that most improved accuracy in fact reduced NVTL.</a:t>
            </a:r>
          </a:p>
          <a:p>
            <a:pPr algn="l">
              <a:lnSpc>
                <a:spcPct val="92000"/>
              </a:lnSpc>
              <a:spcBef>
                <a:spcPts val="900"/>
              </a:spcBef>
            </a:pPr>
            <a:r>
              <a:rPr sz="1250" b="1">
                <a:solidFill>
                  <a:srgbClr val="000000"/>
                </a:solidFill>
                <a:latin typeface="Arial"/>
              </a:rPr>
              <a:t>The cause has been identified, and lies upstream of NDT in the recording:</a:t>
            </a:r>
            <a:r>
              <a:rPr sz="1250" b="0">
                <a:solidFill>
                  <a:srgbClr val="000000"/>
                </a:solidFill>
                <a:latin typeface="Arial"/>
              </a:rPr>
              <a:t> 45% of scans cover only part of a revolution, and scans arrive </a:t>
            </a:r>
            <a:r>
              <a:rPr sz="1250" b="1">
                <a:solidFill>
                  <a:srgbClr val="000000"/>
                </a:solidFill>
                <a:latin typeface="Arial"/>
              </a:rPr>
              <a:t>376 ms stale</a:t>
            </a:r>
            <a:r>
              <a:rPr sz="1250" b="0">
                <a:solidFill>
                  <a:srgbClr val="000000"/>
                </a:solidFill>
                <a:latin typeface="Arial"/>
              </a:rPr>
              <a:t>. Neither is a localization parameter.</a:t>
            </a:r>
          </a:p>
          <a:p>
            <a:pPr algn="l">
              <a:lnSpc>
                <a:spcPct val="92000"/>
              </a:lnSpc>
              <a:spcBef>
                <a:spcPts val="900"/>
              </a:spcBef>
            </a:pPr>
            <a:r>
              <a:rPr sz="1200" b="0">
                <a:solidFill>
                  <a:srgbClr val="535353"/>
                </a:solidFill>
                <a:latin typeface="Arial"/>
              </a:rPr>
              <a:t>Both are addressed in the next collection run, which records raw LiDAR packets.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999" y="86400"/>
            <a:ext cx="8042400" cy="576000"/>
          </a:xfrm>
        </p:spPr>
        <p:txBody>
          <a:bodyPr wrap="square"/>
          <a:lstStyle/>
          <a:p>
            <a:r>
              <a:rPr sz="4800" b="1">
                <a:solidFill>
                  <a:srgbClr val="4285F4"/>
                </a:solidFill>
                <a:latin typeface="Arial"/>
              </a:rPr>
              <a:t>Bring-up status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3999" y="1098000"/>
          <a:ext cx="8135999" cy="2872793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944000"/>
                <a:gridCol w="1655999"/>
                <a:gridCol w="4536000"/>
              </a:tblGrid>
              <a:tr h="410399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000000"/>
                          </a:solidFill>
                          <a:latin typeface="Arial"/>
                        </a:rPr>
                        <a:t>Step</a:t>
                      </a:r>
                    </a:p>
                  </a:txBody>
                  <a:tcPr marL="43200" marR="43200" marT="18000" marB="18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43200" marR="43200" marT="18000" marB="18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000000"/>
                          </a:solidFill>
                          <a:latin typeface="Arial"/>
                        </a:rPr>
                        <a:t>Outstanding issue</a:t>
                      </a:r>
                    </a:p>
                  </a:txBody>
                  <a:tcPr marL="43200" marR="43200" marT="18000" marB="18000" anchor="ctr">
                    <a:noFill/>
                  </a:tcPr>
                </a:tc>
              </a:tr>
              <a:tr h="410399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000000"/>
                          </a:solidFill>
                          <a:latin typeface="Arial"/>
                        </a:rPr>
                        <a:t>Sensors</a:t>
                      </a:r>
                    </a:p>
                  </a:txBody>
                  <a:tcPr marL="43200" marR="43200" marT="18000" marB="18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43200" marR="43200" marT="18000" marB="18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000000"/>
                          </a:solidFill>
                          <a:latin typeface="Arial"/>
                        </a:rPr>
                        <a:t>partial LiDAR scans; Xsens cable under repair</a:t>
                      </a:r>
                    </a:p>
                  </a:txBody>
                  <a:tcPr marL="43200" marR="43200" marT="18000" marB="18000" anchor="ctr">
                    <a:noFill/>
                  </a:tcPr>
                </a:tc>
              </a:tr>
              <a:tr h="410399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000000"/>
                          </a:solidFill>
                          <a:latin typeface="Arial"/>
                        </a:rPr>
                        <a:t>Two-host system</a:t>
                      </a:r>
                    </a:p>
                  </a:txBody>
                  <a:tcPr marL="43200" marR="43200" marT="18000" marB="18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43200" marR="43200" marT="18000" marB="18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000000"/>
                          </a:solidFill>
                          <a:latin typeface="Arial"/>
                        </a:rPr>
                        <a:t>none</a:t>
                      </a:r>
                    </a:p>
                  </a:txBody>
                  <a:tcPr marL="43200" marR="43200" marT="18000" marB="18000" anchor="ctr">
                    <a:noFill/>
                  </a:tcPr>
                </a:tc>
              </a:tr>
              <a:tr h="410399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000000"/>
                          </a:solidFill>
                          <a:latin typeface="Arial"/>
                        </a:rPr>
                        <a:t>Vehicle interface</a:t>
                      </a:r>
                    </a:p>
                  </a:txBody>
                  <a:tcPr marL="43200" marR="43200" marT="18000" marB="18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43200" marR="43200" marT="18000" marB="18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000000"/>
                          </a:solidFill>
                          <a:latin typeface="Arial"/>
                        </a:rPr>
                        <a:t>the VCU will not enter its autonomous state over CAN alone</a:t>
                      </a:r>
                    </a:p>
                  </a:txBody>
                  <a:tcPr marL="43200" marR="43200" marT="18000" marB="18000" anchor="ctr">
                    <a:noFill/>
                  </a:tcPr>
                </a:tc>
              </a:tr>
              <a:tr h="410399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000000"/>
                          </a:solidFill>
                          <a:latin typeface="Arial"/>
                        </a:rPr>
                        <a:t>Map preparation</a:t>
                      </a:r>
                    </a:p>
                  </a:txBody>
                  <a:tcPr marL="43200" marR="43200" marT="18000" marB="18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43200" marR="43200" marT="18000" marB="18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000000"/>
                          </a:solidFill>
                          <a:latin typeface="Arial"/>
                        </a:rPr>
                        <a:t>PCD and lanelet2 supplied by Turing Drive, downsampled at runtime</a:t>
                      </a:r>
                    </a:p>
                  </a:txBody>
                  <a:tcPr marL="43200" marR="43200" marT="18000" marB="18000" anchor="ctr">
                    <a:noFill/>
                  </a:tcPr>
                </a:tc>
              </a:tr>
              <a:tr h="410399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000000"/>
                          </a:solidFill>
                          <a:latin typeface="Arial"/>
                        </a:rPr>
                        <a:t>Data collection</a:t>
                      </a:r>
                    </a:p>
                  </a:txBody>
                  <a:tcPr marL="43200" marR="43200" marT="18000" marB="18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43200" marR="43200" marT="18000" marB="18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000000"/>
                          </a:solidFill>
                          <a:latin typeface="Arial"/>
                        </a:rPr>
                        <a:t>the recordings carry the sensor defects above</a:t>
                      </a:r>
                    </a:p>
                  </a:txBody>
                  <a:tcPr marL="43200" marR="43200" marT="18000" marB="18000" anchor="ctr">
                    <a:noFill/>
                  </a:tcPr>
                </a:tc>
              </a:tr>
              <a:tr h="410399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000000"/>
                          </a:solidFill>
                          <a:latin typeface="Arial"/>
                        </a:rPr>
                        <a:t>Autonomous run</a:t>
                      </a:r>
                    </a:p>
                  </a:txBody>
                  <a:tcPr marL="43200" marR="43200" marT="18000" marB="18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43200" marR="43200" marT="18000" marB="18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000000"/>
                          </a:solidFill>
                          <a:latin typeface="Arial"/>
                        </a:rPr>
                        <a:t>dependent on the vehicle interface issue</a:t>
                      </a:r>
                    </a:p>
                  </a:txBody>
                  <a:tcPr marL="43200" marR="43200" marT="18000" marB="18000" anchor="ctr">
                    <a:noFill/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2501999" y="1198800"/>
            <a:ext cx="108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800"/>
              </a:spcBef>
            </a:pPr>
            <a:r>
              <a:rPr sz="1250" b="1">
                <a:solidFill>
                  <a:srgbClr val="000000"/>
                </a:solidFill>
                <a:latin typeface="Arial"/>
              </a:rPr>
              <a:t>State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484000" y="1601999"/>
            <a:ext cx="657000" cy="223200"/>
          </a:xfrm>
          <a:prstGeom prst="roundRect">
            <a:avLst>
              <a:gd name="adj" fmla="val 28000"/>
            </a:avLst>
          </a:prstGeom>
          <a:solidFill>
            <a:srgbClr val="E4F4F6"/>
          </a:solidFill>
          <a:ln w="11430">
            <a:solidFill>
              <a:srgbClr val="0097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000" b="1">
                <a:solidFill>
                  <a:srgbClr val="0097A7"/>
                </a:solidFill>
                <a:latin typeface="Arial"/>
              </a:rPr>
              <a:t>ready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84000" y="2012400"/>
            <a:ext cx="657000" cy="223200"/>
          </a:xfrm>
          <a:prstGeom prst="roundRect">
            <a:avLst>
              <a:gd name="adj" fmla="val 28000"/>
            </a:avLst>
          </a:prstGeom>
          <a:solidFill>
            <a:srgbClr val="E4F4F6"/>
          </a:solidFill>
          <a:ln w="11430">
            <a:solidFill>
              <a:srgbClr val="0097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000" b="1">
                <a:solidFill>
                  <a:srgbClr val="0097A7"/>
                </a:solidFill>
                <a:latin typeface="Arial"/>
              </a:rPr>
              <a:t>ready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84000" y="2422800"/>
            <a:ext cx="991800" cy="223200"/>
          </a:xfrm>
          <a:prstGeom prst="roundRect">
            <a:avLst>
              <a:gd name="adj" fmla="val 28000"/>
            </a:avLst>
          </a:prstGeom>
          <a:solidFill>
            <a:srgbClr val="FFF6E8"/>
          </a:solidFill>
          <a:ln w="11430">
            <a:solidFill>
              <a:srgbClr val="A85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000" b="1">
                <a:solidFill>
                  <a:srgbClr val="A85F00"/>
                </a:solidFill>
                <a:latin typeface="Arial"/>
              </a:rPr>
              <a:t>in progress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84000" y="2833199"/>
            <a:ext cx="657000" cy="223200"/>
          </a:xfrm>
          <a:prstGeom prst="roundRect">
            <a:avLst>
              <a:gd name="adj" fmla="val 28000"/>
            </a:avLst>
          </a:prstGeom>
          <a:solidFill>
            <a:srgbClr val="E4F4F6"/>
          </a:solidFill>
          <a:ln w="11430">
            <a:solidFill>
              <a:srgbClr val="0097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000" b="1">
                <a:solidFill>
                  <a:srgbClr val="0097A7"/>
                </a:solidFill>
                <a:latin typeface="Arial"/>
              </a:rPr>
              <a:t>ready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84000" y="3243600"/>
            <a:ext cx="1326599" cy="223200"/>
          </a:xfrm>
          <a:prstGeom prst="roundRect">
            <a:avLst>
              <a:gd name="adj" fmla="val 28000"/>
            </a:avLst>
          </a:prstGeom>
          <a:solidFill>
            <a:srgbClr val="FFF6E8"/>
          </a:solidFill>
          <a:ln w="11430">
            <a:solidFill>
              <a:srgbClr val="A85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000" b="1">
                <a:solidFill>
                  <a:srgbClr val="A85F00"/>
                </a:solidFill>
                <a:latin typeface="Arial"/>
              </a:rPr>
              <a:t>done, data flawed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84000" y="3654000"/>
            <a:ext cx="991800" cy="223200"/>
          </a:xfrm>
          <a:prstGeom prst="roundRect">
            <a:avLst>
              <a:gd name="adj" fmla="val 28000"/>
            </a:avLst>
          </a:prstGeom>
          <a:solidFill>
            <a:srgbClr val="FBE9E7"/>
          </a:solidFill>
          <a:ln w="11430">
            <a:solidFill>
              <a:srgbClr val="C537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000" b="1">
                <a:solidFill>
                  <a:srgbClr val="C5372C"/>
                </a:solidFill>
                <a:latin typeface="Arial"/>
              </a:rPr>
              <a:t>not started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999" y="86400"/>
            <a:ext cx="8042400" cy="576000"/>
          </a:xfrm>
        </p:spPr>
        <p:txBody>
          <a:bodyPr wrap="square"/>
          <a:lstStyle/>
          <a:p>
            <a:r>
              <a:rPr sz="4800" b="1">
                <a:solidFill>
                  <a:srgbClr val="4285F4"/>
                </a:solidFill>
                <a:latin typeface="Arial"/>
              </a:rP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3999" y="1098000"/>
            <a:ext cx="8136000" cy="28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1600"/>
              </a:spcBef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  <a:latin typeface="Arial"/>
              </a:rPr>
              <a:t>•   </a:t>
            </a:r>
            <a:r>
              <a:rPr sz="1400" b="1">
                <a:solidFill>
                  <a:srgbClr val="000000"/>
                </a:solidFill>
                <a:latin typeface="Arial"/>
              </a:rPr>
              <a:t>Establish with Turing Drive what clears the Invalid brake state after a restart.</a:t>
            </a:r>
            <a:r>
              <a:rPr sz="1400" b="0">
                <a:solidFill>
                  <a:srgbClr val="000000"/>
                </a:solidFill>
                <a:latin typeface="Arial"/>
              </a:rPr>
              <a:t> All remaining work on the autonomous run depends on this.</a:t>
            </a:r>
          </a:p>
          <a:p>
            <a:pPr algn="l">
              <a:lnSpc>
                <a:spcPct val="92000"/>
              </a:lnSpc>
              <a:spcBef>
                <a:spcPts val="1600"/>
              </a:spcBef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  <a:latin typeface="Arial"/>
              </a:rPr>
              <a:t>•   </a:t>
            </a:r>
            <a:r>
              <a:rPr sz="1400" b="1">
                <a:solidFill>
                  <a:srgbClr val="000000"/>
                </a:solidFill>
                <a:latin typeface="Arial"/>
              </a:rPr>
              <a:t>Record raw LiDAR packets</a:t>
            </a:r>
            <a:r>
              <a:rPr sz="1400" b="0">
                <a:solidFill>
                  <a:srgbClr val="000000"/>
                </a:solidFill>
                <a:latin typeface="Arial"/>
              </a:rPr>
              <a:t> and verify the VLP-32C rotation configuration against the hardware, then repeat the localization work on sound data.</a:t>
            </a:r>
          </a:p>
          <a:p>
            <a:pPr algn="l">
              <a:lnSpc>
                <a:spcPct val="92000"/>
              </a:lnSpc>
              <a:spcBef>
                <a:spcPts val="1600"/>
              </a:spcBef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  <a:latin typeface="Arial"/>
              </a:rPr>
              <a:t>•   </a:t>
            </a:r>
            <a:r>
              <a:rPr sz="1400" b="1">
                <a:solidFill>
                  <a:srgbClr val="000000"/>
                </a:solidFill>
                <a:latin typeface="Arial"/>
              </a:rPr>
              <a:t>Migrate the sensor kit to gmslcam</a:t>
            </a:r>
            <a:r>
              <a:rPr sz="1400" b="0">
                <a:solidFill>
                  <a:srgbClr val="000000"/>
                </a:solidFill>
                <a:latin typeface="Arial"/>
              </a:rPr>
              <a:t>, eliminating the per-camera CPU conversion.</a:t>
            </a:r>
          </a:p>
          <a:p>
            <a:pPr algn="l">
              <a:lnSpc>
                <a:spcPct val="92000"/>
              </a:lnSpc>
              <a:spcBef>
                <a:spcPts val="1600"/>
              </a:spcBef>
            </a:pPr>
            <a:r>
              <a:rPr sz="1150" b="0">
                <a:solidFill>
                  <a:srgbClr val="535353"/>
                </a:solidFill>
                <a:latin typeface="Arial"/>
              </a:rPr>
              <a:t>TSN is a separate line of work, available for discussion if of interest.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00FF"/>
      </a:hlink>
      <a:folHlink>
        <a:srgbClr val="FF00FF"/>
      </a:folHlink>
    </a:clrScheme>
    <a:fontScheme name="Simple Light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 panose="020B060402020202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 panose="020B060402020202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Simple Light">
  <a:themeElements>
    <a:clrScheme name="Simple Ligh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00FF"/>
      </a:hlink>
      <a:folHlink>
        <a:srgbClr val="FF00FF"/>
      </a:folHlink>
    </a:clrScheme>
    <a:fontScheme name="Simple Light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 panose="020B060402020202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 panose="020B060402020202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00FF"/>
      </a:hlink>
      <a:folHlink>
        <a:srgbClr val="FF00FF"/>
      </a:folHlink>
    </a:clrScheme>
    <a:fontScheme name="Simple Light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 panose="020B060402020202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 panose="020B060402020202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2334</Words>
  <Application>WPS Presentation</Application>
  <PresentationFormat/>
  <Paragraphs>100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10</vt:i4>
      </vt:variant>
    </vt:vector>
  </HeadingPairs>
  <TitlesOfParts>
    <vt:vector size="27" baseType="lpstr">
      <vt:lpstr>Arial</vt:lpstr>
      <vt:lpstr>SimSun</vt:lpstr>
      <vt:lpstr>Wingdings</vt:lpstr>
      <vt:lpstr>Arial</vt:lpstr>
      <vt:lpstr>Calibri</vt:lpstr>
      <vt:lpstr>Montserrat</vt:lpstr>
      <vt:lpstr>Helvetica Neue</vt:lpstr>
      <vt:lpstr>Helvetica</vt:lpstr>
      <vt:lpstr>Nunito</vt:lpstr>
      <vt:lpstr>Microsoft YaHei</vt:lpstr>
      <vt:lpstr>黑体</vt:lpstr>
      <vt:lpstr>Arial Unicode MS</vt:lpstr>
      <vt:lpstr>思源黑体</vt:lpstr>
      <vt:lpstr>Bangers</vt:lpstr>
      <vt:lpstr>Adwaita Mono</vt:lpstr>
      <vt:lpstr>Simple Light</vt:lpstr>
      <vt:lpstr>1_Simple Light</vt:lpstr>
      <vt:lpstr>GPU Runtime in Docker National Taiwan Universiry</vt:lpstr>
      <vt:lpstr>Status of Advantech Orin</vt:lpstr>
      <vt:lpstr>Status</vt:lpstr>
      <vt:lpstr>Status of Advantech Orin</vt:lpstr>
      <vt:lpstr>Status of Advantech Orin</vt:lpstr>
      <vt:lpstr>Status of Advantech Orin</vt:lpstr>
      <vt:lpstr>DKMS (Dynamic Kernel Module Support)</vt:lpstr>
      <vt:lpstr>GMSL Port Assignments</vt:lpstr>
      <vt:lpstr>TIER IV Camera Setup</vt:lpstr>
      <vt:lpstr>Status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 1: LiDAR-to-Camera Calibration Workshop</dc:title>
  <dc:creator/>
  <cp:lastModifiedBy>aeon</cp:lastModifiedBy>
  <cp:revision>170</cp:revision>
  <dcterms:created xsi:type="dcterms:W3CDTF">2025-10-29T12:57:33Z</dcterms:created>
  <dcterms:modified xsi:type="dcterms:W3CDTF">2025-10-29T12:57:33Z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1033-11.1.0.11723</vt:lpwstr>
  </property>
</Properties>
</file>